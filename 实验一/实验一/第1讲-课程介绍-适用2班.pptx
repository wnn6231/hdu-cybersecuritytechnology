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0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3" r:id="rId11"/>
  </p:sldMasterIdLst>
  <p:notesMasterIdLst>
    <p:notesMasterId r:id="rId29"/>
  </p:notesMasterIdLst>
  <p:sldIdLst>
    <p:sldId id="1311" r:id="rId12"/>
    <p:sldId id="1576" r:id="rId13"/>
    <p:sldId id="2139" r:id="rId14"/>
    <p:sldId id="2138" r:id="rId15"/>
    <p:sldId id="2140" r:id="rId16"/>
    <p:sldId id="2141" r:id="rId17"/>
    <p:sldId id="2323" r:id="rId18"/>
    <p:sldId id="2325" r:id="rId19"/>
    <p:sldId id="2329" r:id="rId20"/>
    <p:sldId id="2327" r:id="rId21"/>
    <p:sldId id="2331" r:id="rId22"/>
    <p:sldId id="2332" r:id="rId23"/>
    <p:sldId id="1317" r:id="rId24"/>
    <p:sldId id="1318" r:id="rId25"/>
    <p:sldId id="2143" r:id="rId26"/>
    <p:sldId id="2324" r:id="rId27"/>
    <p:sldId id="2328" r:id="rId28"/>
  </p:sldIdLst>
  <p:sldSz cx="10160000" cy="5715000"/>
  <p:notesSz cx="6797675" cy="9926638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">
          <p15:clr>
            <a:srgbClr val="A4A3A4"/>
          </p15:clr>
        </p15:guide>
        <p15:guide id="2" orient="horz" pos="467">
          <p15:clr>
            <a:srgbClr val="A4A3A4"/>
          </p15:clr>
        </p15:guide>
        <p15:guide id="3" pos="6042">
          <p15:clr>
            <a:srgbClr val="A4A3A4"/>
          </p15:clr>
        </p15:guide>
        <p15:guide id="4" pos="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0000FF"/>
    <a:srgbClr val="FEFEFE"/>
    <a:srgbClr val="000000"/>
    <a:srgbClr val="EC4220"/>
    <a:srgbClr val="990000"/>
    <a:srgbClr val="FF0000"/>
    <a:srgbClr val="009999"/>
    <a:srgbClr val="0099CC"/>
    <a:srgbClr val="B0D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67"/>
    <p:restoredTop sz="73061" autoAdjust="0"/>
  </p:normalViewPr>
  <p:slideViewPr>
    <p:cSldViewPr snapToGrid="0">
      <p:cViewPr varScale="1">
        <p:scale>
          <a:sx n="105" d="100"/>
          <a:sy n="105" d="100"/>
        </p:scale>
        <p:origin x="1344" y="176"/>
      </p:cViewPr>
      <p:guideLst>
        <p:guide orient="horz" pos="177"/>
        <p:guide orient="horz" pos="467"/>
        <p:guide pos="6042"/>
        <p:guide pos="32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35E00A9-B18E-4522-A1C1-A811CC47B23E}" type="datetimeFigureOut">
              <a:rPr lang="zh-CN" altLang="en-US"/>
              <a:t>2025/9/15</a:t>
            </a:fld>
            <a:endParaRPr lang="en-US"/>
          </a:p>
        </p:txBody>
      </p:sp>
      <p:sp>
        <p:nvSpPr>
          <p:cNvPr id="5939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  <a:miter lim="800000"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44C3562-E44E-46A9-96C0-D50A9AA9BBBC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多想、多思考、会自己查资料，会总结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中华人民共和国刑法  </a:t>
            </a:r>
            <a:r>
              <a:rPr lang="en-US" altLang="zh-CN" dirty="0"/>
              <a:t>285</a:t>
            </a:r>
            <a:r>
              <a:rPr lang="zh-CN" altLang="en-US" dirty="0"/>
              <a:t>条  </a:t>
            </a:r>
            <a:r>
              <a:rPr lang="en-US" altLang="zh-CN" dirty="0"/>
              <a:t>286  </a:t>
            </a:r>
          </a:p>
          <a:p>
            <a:endParaRPr lang="en-US" altLang="zh-CN" dirty="0"/>
          </a:p>
          <a:p>
            <a:r>
              <a:rPr lang="zh-CN" altLang="en-US" dirty="0"/>
              <a:t>违法国家规定</a:t>
            </a:r>
          </a:p>
          <a:p>
            <a:endParaRPr lang="zh-CN" altLang="en-US" dirty="0"/>
          </a:p>
          <a:p>
            <a:r>
              <a:rPr lang="zh-CN" altLang="en-US" dirty="0"/>
              <a:t>破坏计算机信息系统罪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例子：爱奇艺  案件      黑客手段刷量，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中华人民共和国刑法  </a:t>
            </a:r>
            <a:r>
              <a:rPr lang="en-US" altLang="zh-CN" dirty="0"/>
              <a:t>285</a:t>
            </a:r>
            <a:r>
              <a:rPr lang="zh-CN" altLang="en-US" dirty="0"/>
              <a:t>条  </a:t>
            </a:r>
            <a:r>
              <a:rPr lang="en-US" altLang="zh-CN" dirty="0"/>
              <a:t>286  </a:t>
            </a:r>
          </a:p>
          <a:p>
            <a:endParaRPr lang="en-US" altLang="zh-CN" dirty="0"/>
          </a:p>
          <a:p>
            <a:r>
              <a:rPr lang="zh-CN" altLang="en-US" dirty="0"/>
              <a:t>违法国家规定</a:t>
            </a:r>
          </a:p>
          <a:p>
            <a:endParaRPr lang="zh-CN" altLang="en-US" dirty="0"/>
          </a:p>
          <a:p>
            <a:r>
              <a:rPr lang="zh-CN" altLang="en-US" dirty="0"/>
              <a:t>破坏计算机信息系统罪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例子：爱奇艺  案件      黑客手段刷量，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1.课前看视频，学习</a:t>
            </a:r>
          </a:p>
          <a:p>
            <a:r>
              <a:rPr lang="zh-CN" altLang="en-US" dirty="0"/>
              <a:t>2.学习后提自己不懂的问题并于每周3之前发老师；</a:t>
            </a:r>
          </a:p>
          <a:p>
            <a:r>
              <a:rPr lang="zh-CN" altLang="en-US" dirty="0"/>
              <a:t>3.关注最新研究动态、安全新闻等，课上分享（每次课2~3位同学分享， 分享的同学把要分享的内容讲清楚，制作成PPT或视频形式，其他同学提问题）</a:t>
            </a:r>
          </a:p>
          <a:p>
            <a:r>
              <a:rPr lang="zh-CN" altLang="en-US" dirty="0"/>
              <a:t>4.主题讨论：3人一个小组，选一个主题进行讨论研究写成技术报告（包括技术背景、技术发展现状、具体技术原理介绍、典型应用、应用案例，及未来发展趋势、展望等，最后要列出参考文献），并做PPT汇报，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https://mp.weixin.qq.com/s?__biz=MjM5MDEwODA5OQ==&amp;tempkey=MTA3OV9mWXZpUmEvek83MHJiVjJKMlRtREphcjVqUHJpTHp4M2F2by1mNkZpOWFnbUlXdjEweEl4ZW4tbWUwdEo5T3BkbUpLLURLRlVqcWRHTmxFN3BSaXE3VE5TRU1ER1FPd0ZuZWZiUjk2WW5aaDhYZzljTkpUNVJRTUtDSlBwMndzb2pvcjI1dEdUd3ZtNWpBeXZ4ZjIwMXh4dTJNZzVuQmtFZGg1OG1Rfn4%3D&amp;chksm=3dac9f290adb163f597a4f7689d5095d5db86abdce4725a1abb73ba62a82a3def7d693997801&amp;mpshare=1&amp;scene=1&amp;srcid=0916dh62P5dMozJ7lbDoI4Li&amp;sharer_sharetime=1600301226187&amp;sharer_shareid=6838774c7af706094bc7dda54e64a514#wechat_redirect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时事新闻分享：关注最新研究动态、安全新闻等，课上分享（每次课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2~3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位同学分享， 把分享的内容讲清楚，制作成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PPT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或视频形式，其他同学提问题），要求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PPT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内容新鲜、有趣，且有个人的观点或看法。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5~10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分钟；</a:t>
            </a:r>
            <a:br>
              <a:rPr lang="zh-CN" altLang="en-US"/>
            </a:br>
            <a:br>
              <a:rPr lang="zh-CN" altLang="en-US"/>
            </a:br>
            <a:r>
              <a:rPr lang="zh-CN" altLang="en-US" sz="120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线上讨论话题发表观点：针对线上发布的主题，发表自己的观点，要有自己的见解，不可照搬网上的，不可复制别人的；</a:t>
            </a:r>
            <a:br>
              <a:rPr lang="zh-CN" altLang="en-US"/>
            </a:br>
            <a:br>
              <a:rPr lang="zh-CN" altLang="en-US"/>
            </a:br>
            <a:r>
              <a:rPr lang="zh-CN" altLang="en-US" sz="1200" b="0" i="0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线上知识分享：把平时看到的，学到的、自己认为有意义和价值的安全知识、安全新闻分享到线上的安全知识分享的讨论区。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https://mp.weixin.qq.com/s?__biz=MjM5MDEwODA5OQ==&amp;tempkey=MTA3OV9mWXZpUmEvek83MHJiVjJKMlRtREphcjVqUHJpTHp4M2F2by1mNkZpOWFnbUlXdjEweEl4ZW4tbWUwdEo5T3BkbUpLLURLRlVqcWRHTmxFN3BSaXE3VE5TRU1ER1FPd0ZuZWZiUjk2WW5aaDhYZzljTkpUNVJRTUtDSlBwMndzb2pvcjI1dEdUd3ZtNWpBeXZ4ZjIwMXh4dTJNZzVuQmtFZGg1OG1Rfn4%3D&amp;chksm=3dac9f290adb163f597a4f7689d5095d5db86abdce4725a1abb73ba62a82a3def7d693997801&amp;mpshare=1&amp;scene=1&amp;srcid=0916dh62P5dMozJ7lbDoI4Li&amp;sharer_sharetime=1600301226187&amp;sharer_shareid=6838774c7af706094bc7dda54e64a514#wechat_redirec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中华人民共和国刑法  </a:t>
            </a:r>
            <a:r>
              <a:rPr lang="en-US" altLang="zh-CN"/>
              <a:t>285</a:t>
            </a:r>
            <a:r>
              <a:rPr lang="zh-CN" altLang="en-US"/>
              <a:t>条  </a:t>
            </a:r>
            <a:r>
              <a:rPr lang="en-US" altLang="zh-CN"/>
              <a:t>286  </a:t>
            </a:r>
          </a:p>
          <a:p>
            <a:endParaRPr lang="en-US" altLang="zh-CN"/>
          </a:p>
          <a:p>
            <a:r>
              <a:rPr lang="zh-CN" altLang="en-US"/>
              <a:t>违法国家规定</a:t>
            </a:r>
          </a:p>
          <a:p>
            <a:endParaRPr lang="zh-CN" altLang="en-US"/>
          </a:p>
          <a:p>
            <a:r>
              <a:rPr lang="zh-CN" altLang="en-US"/>
              <a:t>破坏计算机信息系统罪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例子：爱奇艺  案件      黑客手段刷量，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4C3562-E44E-46A9-96C0-D50A9AA9BBBC}" type="slidenum">
              <a:rPr lang="zh-CN" alt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4C3562-E44E-46A9-96C0-D50A9AA9BBBC}" type="slidenum">
              <a:rPr lang="zh-CN" alt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4C3562-E44E-46A9-96C0-D50A9AA9BBBC}" type="slidenum">
              <a:rPr lang="zh-CN" alt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340F5-0862-B3DB-9627-64366F4B5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8C0411-1A6C-E91D-0B0B-9EEA31B11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5C73F5-ED7E-9E68-6528-A5602DA0A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24C867-E20D-CE09-3F70-9EA76AAC0E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4C3562-E44E-46A9-96C0-D50A9AA9BBBC}" type="slidenum">
              <a:rPr lang="zh-CN" alt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21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时事新闻分享：关注最新研究动态、安全新闻等，课上分享（每次课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2~3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位同学分享， 把分享的内容讲清楚，制作成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PPT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或视频形式，其他同学提问题），要求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PPT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内容新鲜、有趣，且有个人的观点或看法。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5~10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分钟；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线上讨论话题发表观点：针对线上发布的主题，发表自己的观点，要有自己的见解，不可照搬网上的，不可复制别人的；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+mn-cs"/>
              </a:rPr>
              <a:t>线上知识分享：把平时看到的，学到的、自己认为有意义和价值的安全知识、安全新闻分享到线上的安全知识分享的讨论区。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https://mp.weixin.qq.com/s?__biz=MjM5MDEwODA5OQ==&amp;tempkey=MTA3OV9mWXZpUmEvek83MHJiVjJKMlRtREphcjVqUHJpTHp4M2F2by1mNkZpOWFnbUlXdjEweEl4ZW4tbWUwdEo5T3BkbUpLLURLRlVqcWRHTmxFN3BSaXE3VE5TRU1ER1FPd0ZuZWZiUjk2WW5aaDhYZzljTkpUNVJRTUtDSlBwMndzb2pvcjI1dEdUd3ZtNWpBeXZ4ZjIwMXh4dTJNZzVuQmtFZGg1OG1Rfn4%3D&amp;chksm=3dac9f290adb163f597a4f7689d5095d5db86abdce4725a1abb73ba62a82a3def7d693997801&amp;mpshare=1&amp;scene=1&amp;srcid=0916dh62P5dMozJ7lbDoI4Li&amp;sharer_sharetime=1600301226187&amp;sharer_shareid=6838774c7af706094bc7dda54e64a514#wechat_redirect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中华人民共和国刑法  </a:t>
            </a:r>
            <a:r>
              <a:rPr lang="en-US" altLang="zh-CN"/>
              <a:t>285</a:t>
            </a:r>
            <a:r>
              <a:rPr lang="zh-CN" altLang="en-US"/>
              <a:t>条  </a:t>
            </a:r>
            <a:r>
              <a:rPr lang="en-US" altLang="zh-CN"/>
              <a:t>286  </a:t>
            </a:r>
          </a:p>
          <a:p>
            <a:endParaRPr lang="en-US" altLang="zh-CN"/>
          </a:p>
          <a:p>
            <a:r>
              <a:rPr lang="zh-CN" altLang="en-US"/>
              <a:t>违法国家规定</a:t>
            </a:r>
          </a:p>
          <a:p>
            <a:endParaRPr lang="zh-CN" altLang="en-US"/>
          </a:p>
          <a:p>
            <a:r>
              <a:rPr lang="zh-CN" altLang="en-US"/>
              <a:t>破坏计算机信息系统罪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例子：爱奇艺  案件      黑客手段刷量，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多想、多思考、会自己查资料，会总结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多想、多思考、会自己查资料，会总结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多想、多思考、会自己查资料，会总结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1774825"/>
            <a:ext cx="8636000" cy="12255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570" y="3671888"/>
            <a:ext cx="86360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70" y="2422526"/>
            <a:ext cx="8636000" cy="124936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611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4667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279525"/>
            <a:ext cx="4489098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000" y="1812926"/>
            <a:ext cx="4489098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1140" y="1279525"/>
            <a:ext cx="4490861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1140" y="1812926"/>
            <a:ext cx="4490861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1" y="227014"/>
            <a:ext cx="3342570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2278" y="227014"/>
            <a:ext cx="5679722" cy="48783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001" y="1195388"/>
            <a:ext cx="3342570" cy="3910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431" y="4000501"/>
            <a:ext cx="60960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1431" y="511175"/>
            <a:ext cx="60960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1431" y="4473576"/>
            <a:ext cx="60960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00195" y="271464"/>
            <a:ext cx="2120194" cy="458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9612" y="271464"/>
            <a:ext cx="6191250" cy="458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1774825"/>
            <a:ext cx="8636000" cy="12255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570" y="3671888"/>
            <a:ext cx="86360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70" y="2422526"/>
            <a:ext cx="8636000" cy="124936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611" y="1211264"/>
            <a:ext cx="4155722" cy="364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4667" y="1211264"/>
            <a:ext cx="4155722" cy="364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279525"/>
            <a:ext cx="4489098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000" y="1812926"/>
            <a:ext cx="4489098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1140" y="1279525"/>
            <a:ext cx="4490861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1140" y="1812926"/>
            <a:ext cx="4490861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1" y="227014"/>
            <a:ext cx="3342570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2278" y="227014"/>
            <a:ext cx="5679722" cy="48783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001" y="1195388"/>
            <a:ext cx="3342570" cy="3910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431" y="4000501"/>
            <a:ext cx="60960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1431" y="511175"/>
            <a:ext cx="60960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1431" y="4473576"/>
            <a:ext cx="60960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00195" y="307976"/>
            <a:ext cx="2120194" cy="45450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9612" y="307976"/>
            <a:ext cx="6191250" cy="45450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1774825"/>
            <a:ext cx="8636000" cy="12255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8000" y="1333500"/>
            <a:ext cx="9144000" cy="3771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570" y="3671888"/>
            <a:ext cx="8636000" cy="11350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70" y="2422526"/>
            <a:ext cx="8636000" cy="12493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8000" y="1333500"/>
            <a:ext cx="4487333" cy="37719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4667" y="1333500"/>
            <a:ext cx="4487333" cy="37719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279525"/>
            <a:ext cx="4489098" cy="533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000" y="1812926"/>
            <a:ext cx="4489098" cy="32924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1140" y="1279525"/>
            <a:ext cx="4490861" cy="533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1140" y="1812926"/>
            <a:ext cx="4490861" cy="32924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1" y="227014"/>
            <a:ext cx="3342570" cy="9683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2278" y="227014"/>
            <a:ext cx="5679722" cy="487838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001" y="1195388"/>
            <a:ext cx="3342570" cy="3910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431" y="4000501"/>
            <a:ext cx="6096000" cy="4730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1431" y="511175"/>
            <a:ext cx="60960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1431" y="4473576"/>
            <a:ext cx="6096000" cy="669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8000" y="1333500"/>
            <a:ext cx="9144000" cy="37719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6000" y="228600"/>
            <a:ext cx="2286000" cy="4876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8000" y="228600"/>
            <a:ext cx="6688667" cy="4876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1774825"/>
            <a:ext cx="8636000" cy="12255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8000" y="1333500"/>
            <a:ext cx="9144000" cy="3771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570" y="3671888"/>
            <a:ext cx="8636000" cy="11350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70" y="2422526"/>
            <a:ext cx="8636000" cy="12493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8000" y="1333500"/>
            <a:ext cx="4487333" cy="37719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4667" y="1333500"/>
            <a:ext cx="4487333" cy="37719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279525"/>
            <a:ext cx="4489098" cy="533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000" y="1812926"/>
            <a:ext cx="4489098" cy="32924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1140" y="1279525"/>
            <a:ext cx="4490861" cy="533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1140" y="1812926"/>
            <a:ext cx="4490861" cy="32924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1" y="227014"/>
            <a:ext cx="3342570" cy="9683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2278" y="227014"/>
            <a:ext cx="5679722" cy="487838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001" y="1195388"/>
            <a:ext cx="3342570" cy="39100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431" y="4000501"/>
            <a:ext cx="6096000" cy="4730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1431" y="511175"/>
            <a:ext cx="60960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1431" y="4473576"/>
            <a:ext cx="6096000" cy="6699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8000" y="1333500"/>
            <a:ext cx="9144000" cy="37719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6000" y="228600"/>
            <a:ext cx="2286000" cy="4876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8000" y="228600"/>
            <a:ext cx="6688667" cy="4876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1774825"/>
            <a:ext cx="8636000" cy="12255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570" y="3671888"/>
            <a:ext cx="86360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70" y="2422526"/>
            <a:ext cx="8636000" cy="124936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611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4667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279525"/>
            <a:ext cx="4489098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000" y="1812926"/>
            <a:ext cx="4489098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1140" y="1279525"/>
            <a:ext cx="4490861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1140" y="1812926"/>
            <a:ext cx="4490861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1" y="227014"/>
            <a:ext cx="3342570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2278" y="227014"/>
            <a:ext cx="5679722" cy="48783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001" y="1195388"/>
            <a:ext cx="3342570" cy="3910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431" y="4000501"/>
            <a:ext cx="60960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1431" y="511175"/>
            <a:ext cx="60960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1431" y="4473576"/>
            <a:ext cx="60960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00195" y="271464"/>
            <a:ext cx="2120194" cy="458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9612" y="271464"/>
            <a:ext cx="6191250" cy="458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1774825"/>
            <a:ext cx="8636000" cy="12255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570" y="3671888"/>
            <a:ext cx="86360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70" y="2422526"/>
            <a:ext cx="8636000" cy="124936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611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4667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279525"/>
            <a:ext cx="4489098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000" y="1812926"/>
            <a:ext cx="4489098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1140" y="1279525"/>
            <a:ext cx="4490861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1140" y="1812926"/>
            <a:ext cx="4490861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1" y="227014"/>
            <a:ext cx="3342570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2278" y="227014"/>
            <a:ext cx="5679722" cy="48783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001" y="1195388"/>
            <a:ext cx="3342570" cy="3910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431" y="4000501"/>
            <a:ext cx="60960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1431" y="511175"/>
            <a:ext cx="60960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1431" y="4473576"/>
            <a:ext cx="60960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00195" y="271464"/>
            <a:ext cx="2120194" cy="458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9612" y="271464"/>
            <a:ext cx="6191250" cy="458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1774825"/>
            <a:ext cx="8636000" cy="12255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570" y="3671888"/>
            <a:ext cx="86360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70" y="2422526"/>
            <a:ext cx="8636000" cy="124936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611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4667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279525"/>
            <a:ext cx="4489098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000" y="1812926"/>
            <a:ext cx="4489098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1140" y="1279525"/>
            <a:ext cx="4490861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1140" y="1812926"/>
            <a:ext cx="4490861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1" y="227014"/>
            <a:ext cx="3342570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2278" y="227014"/>
            <a:ext cx="5679722" cy="48783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001" y="1195388"/>
            <a:ext cx="3342570" cy="3910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431" y="4000501"/>
            <a:ext cx="60960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1431" y="511175"/>
            <a:ext cx="60960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1431" y="4473576"/>
            <a:ext cx="60960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00195" y="271464"/>
            <a:ext cx="2120194" cy="458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9612" y="271464"/>
            <a:ext cx="6191250" cy="458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1774825"/>
            <a:ext cx="8636000" cy="12255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570" y="3671888"/>
            <a:ext cx="86360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70" y="2422526"/>
            <a:ext cx="8636000" cy="124936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611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4667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279525"/>
            <a:ext cx="4489098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000" y="1812926"/>
            <a:ext cx="4489098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1140" y="1279525"/>
            <a:ext cx="4490861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1140" y="1812926"/>
            <a:ext cx="4490861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1" y="227014"/>
            <a:ext cx="3342570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2278" y="227014"/>
            <a:ext cx="5679722" cy="48783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001" y="1195388"/>
            <a:ext cx="3342570" cy="3910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431" y="4000501"/>
            <a:ext cx="60960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1431" y="511175"/>
            <a:ext cx="60960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1431" y="4473576"/>
            <a:ext cx="60960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00195" y="271464"/>
            <a:ext cx="2120194" cy="458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9612" y="271464"/>
            <a:ext cx="6191250" cy="458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1774825"/>
            <a:ext cx="8636000" cy="12255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570" y="3671888"/>
            <a:ext cx="86360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70" y="2422526"/>
            <a:ext cx="8636000" cy="124936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611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4667" y="1357314"/>
            <a:ext cx="4155722" cy="3495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279525"/>
            <a:ext cx="4489098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000" y="1812926"/>
            <a:ext cx="4489098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1140" y="1279525"/>
            <a:ext cx="4490861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1140" y="1812926"/>
            <a:ext cx="4490861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1" y="227014"/>
            <a:ext cx="3342570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2278" y="227014"/>
            <a:ext cx="5679722" cy="48783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001" y="1195388"/>
            <a:ext cx="3342570" cy="3910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431" y="4000501"/>
            <a:ext cx="60960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1431" y="511175"/>
            <a:ext cx="60960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1431" y="4473576"/>
            <a:ext cx="60960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00195" y="271464"/>
            <a:ext cx="2120194" cy="458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9612" y="271464"/>
            <a:ext cx="6191250" cy="458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íṧlîḑe"/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38000">
                <a:schemeClr val="accent6"/>
              </a:gs>
              <a:gs pos="0">
                <a:schemeClr val="accent6"/>
              </a:gs>
              <a:gs pos="77000">
                <a:schemeClr val="accent1"/>
              </a:gs>
              <a:gs pos="97000">
                <a:schemeClr val="accent2"/>
              </a:gs>
            </a:gsLst>
            <a:lin ang="17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副标题 14"/>
          <p:cNvSpPr>
            <a:spLocks noGrp="1"/>
          </p:cNvSpPr>
          <p:nvPr userDrawn="1">
            <p:ph type="subTitle" idx="1"/>
          </p:nvPr>
        </p:nvSpPr>
        <p:spPr>
          <a:xfrm>
            <a:off x="5402141" y="3802030"/>
            <a:ext cx="4196942" cy="372186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标题 15"/>
          <p:cNvSpPr>
            <a:spLocks noGrp="1"/>
          </p:cNvSpPr>
          <p:nvPr userDrawn="1">
            <p:ph type="ctrTitle"/>
          </p:nvPr>
        </p:nvSpPr>
        <p:spPr>
          <a:xfrm>
            <a:off x="5402141" y="1625924"/>
            <a:ext cx="4196942" cy="20816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469481" y="719865"/>
            <a:ext cx="2120049" cy="24689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gradFill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altLang="zh-CN" sz="1125" b="0" dirty="0">
                <a:solidFill>
                  <a:schemeClr val="bg1"/>
                </a:solidFill>
              </a:defRPr>
            </a:lvl1pPr>
          </a:lstStyle>
          <a:p>
            <a:pPr marL="0" lvl="0" indent="0" algn="r">
              <a:buNone/>
            </a:pPr>
            <a:r>
              <a:rPr lang="en-US" altLang="zh-CN" dirty="0"/>
              <a:t>Signature</a:t>
            </a:r>
          </a:p>
        </p:txBody>
      </p:sp>
      <p:sp>
        <p:nvSpPr>
          <p:cNvPr id="18" name="文本占位符 1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469481" y="998507"/>
            <a:ext cx="2120049" cy="246893"/>
          </a:xfrm>
          <a:prstGeom prst="rect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1125" b="0" dirty="0">
                <a:solidFill>
                  <a:schemeClr val="bg1"/>
                </a:solidFill>
              </a:defRPr>
            </a:lvl1pPr>
          </a:lstStyle>
          <a:p>
            <a:pPr marL="0" lvl="0" indent="0" algn="r">
              <a:buNone/>
            </a:pPr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82151" y="1245400"/>
            <a:ext cx="3728304" cy="3517774"/>
            <a:chOff x="469693" y="863836"/>
            <a:chExt cx="5626307" cy="5308600"/>
          </a:xfrm>
        </p:grpSpPr>
        <p:sp>
          <p:nvSpPr>
            <p:cNvPr id="9" name="ïSḷide"/>
            <p:cNvSpPr/>
            <p:nvPr userDrawn="1"/>
          </p:nvSpPr>
          <p:spPr>
            <a:xfrm rot="19598782">
              <a:off x="469693" y="4569572"/>
              <a:ext cx="1446087" cy="457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7000">
                  <a:schemeClr val="accent6">
                    <a:alpha val="0"/>
                  </a:schemeClr>
                </a:gs>
                <a:gs pos="98000">
                  <a:schemeClr val="accent2">
                    <a:alpha val="8300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5" name="组合 4"/>
            <p:cNvGrpSpPr/>
            <p:nvPr userDrawn="1"/>
          </p:nvGrpSpPr>
          <p:grpSpPr>
            <a:xfrm>
              <a:off x="4914901" y="3959628"/>
              <a:ext cx="564589" cy="216176"/>
              <a:chOff x="4333198" y="4122950"/>
              <a:chExt cx="1657704" cy="269030"/>
            </a:xfrm>
          </p:grpSpPr>
          <p:sp>
            <p:nvSpPr>
              <p:cNvPr id="10" name="íṧľîdé"/>
              <p:cNvSpPr/>
              <p:nvPr userDrawn="1"/>
            </p:nvSpPr>
            <p:spPr>
              <a:xfrm rot="19598782">
                <a:off x="4333198" y="4346261"/>
                <a:ext cx="144608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7000">
                    <a:schemeClr val="accent6">
                      <a:alpha val="0"/>
                    </a:schemeClr>
                  </a:gs>
                  <a:gs pos="98000">
                    <a:schemeClr val="accent2">
                      <a:alpha val="83000"/>
                    </a:schemeClr>
                  </a:gs>
                </a:gsLst>
                <a:lin ang="17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" name="ïṩ1îḑe"/>
              <p:cNvSpPr/>
              <p:nvPr userDrawn="1"/>
            </p:nvSpPr>
            <p:spPr>
              <a:xfrm rot="19598782">
                <a:off x="4544815" y="4122950"/>
                <a:ext cx="144608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7000">
                    <a:schemeClr val="accent6">
                      <a:alpha val="0"/>
                    </a:schemeClr>
                  </a:gs>
                  <a:gs pos="98000">
                    <a:schemeClr val="accent2">
                      <a:alpha val="83000"/>
                    </a:schemeClr>
                  </a:gs>
                </a:gsLst>
                <a:lin ang="17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1754" y="863836"/>
              <a:ext cx="5494246" cy="5308600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4804834" y="2233673"/>
            <a:ext cx="3679326" cy="74612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5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4804834" y="2979798"/>
            <a:ext cx="3679326" cy="84635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79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isļiḍe"/>
          <p:cNvSpPr/>
          <p:nvPr userDrawn="1"/>
        </p:nvSpPr>
        <p:spPr>
          <a:xfrm>
            <a:off x="1" y="0"/>
            <a:ext cx="4349749" cy="5715000"/>
          </a:xfrm>
          <a:prstGeom prst="rect">
            <a:avLst/>
          </a:prstGeom>
          <a:gradFill flip="none" rotWithShape="1">
            <a:gsLst>
              <a:gs pos="55000">
                <a:schemeClr val="accent3">
                  <a:lumMod val="50000"/>
                </a:schemeClr>
              </a:gs>
              <a:gs pos="38000">
                <a:schemeClr val="accent6"/>
              </a:gs>
              <a:gs pos="0">
                <a:schemeClr val="accent6"/>
              </a:gs>
              <a:gs pos="77000">
                <a:schemeClr val="accent1"/>
              </a:gs>
              <a:gs pos="97000">
                <a:schemeClr val="accent2"/>
              </a:gs>
            </a:gsLst>
            <a:lin ang="17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485701" y="1309044"/>
            <a:ext cx="3541487" cy="3341506"/>
            <a:chOff x="469693" y="863836"/>
            <a:chExt cx="5626307" cy="5308600"/>
          </a:xfrm>
        </p:grpSpPr>
        <p:sp>
          <p:nvSpPr>
            <p:cNvPr id="7" name="îṧļïḑê"/>
            <p:cNvSpPr/>
            <p:nvPr userDrawn="1"/>
          </p:nvSpPr>
          <p:spPr>
            <a:xfrm rot="19598782">
              <a:off x="469693" y="4569572"/>
              <a:ext cx="1446087" cy="457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7000">
                  <a:schemeClr val="accent6">
                    <a:alpha val="0"/>
                  </a:schemeClr>
                </a:gs>
                <a:gs pos="98000">
                  <a:schemeClr val="accent2">
                    <a:alpha val="8300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10" name="组合 9"/>
            <p:cNvGrpSpPr/>
            <p:nvPr userDrawn="1"/>
          </p:nvGrpSpPr>
          <p:grpSpPr>
            <a:xfrm>
              <a:off x="4914901" y="3959628"/>
              <a:ext cx="564589" cy="216176"/>
              <a:chOff x="4333198" y="4122950"/>
              <a:chExt cx="1657704" cy="269030"/>
            </a:xfrm>
          </p:grpSpPr>
          <p:sp>
            <p:nvSpPr>
              <p:cNvPr id="12" name="íṧḻiḑê"/>
              <p:cNvSpPr/>
              <p:nvPr userDrawn="1"/>
            </p:nvSpPr>
            <p:spPr>
              <a:xfrm rot="19598782">
                <a:off x="4333198" y="4346261"/>
                <a:ext cx="144608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7000">
                    <a:schemeClr val="accent6">
                      <a:alpha val="0"/>
                    </a:schemeClr>
                  </a:gs>
                  <a:gs pos="98000">
                    <a:schemeClr val="accent2">
                      <a:alpha val="83000"/>
                    </a:schemeClr>
                  </a:gs>
                </a:gsLst>
                <a:lin ang="17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îṣľïḍè"/>
              <p:cNvSpPr/>
              <p:nvPr userDrawn="1"/>
            </p:nvSpPr>
            <p:spPr>
              <a:xfrm rot="19598782">
                <a:off x="4544815" y="4122950"/>
                <a:ext cx="144608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7000">
                    <a:schemeClr val="accent6">
                      <a:alpha val="0"/>
                    </a:schemeClr>
                  </a:gs>
                  <a:gs pos="98000">
                    <a:schemeClr val="accent2">
                      <a:alpha val="83000"/>
                    </a:schemeClr>
                  </a:gs>
                </a:gsLst>
                <a:lin ang="17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11" name="图片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1754" y="863836"/>
              <a:ext cx="5494246" cy="5308600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01444" y="5200386"/>
            <a:ext cx="1157113" cy="171984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58270" y="5200386"/>
            <a:ext cx="3450168" cy="171984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175499" y="5200386"/>
            <a:ext cx="2424907" cy="171984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58271" y="2"/>
            <a:ext cx="9042136" cy="8572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558271" y="941917"/>
            <a:ext cx="9042136" cy="4172479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271" y="2"/>
            <a:ext cx="9042136" cy="8572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01444" y="5200386"/>
            <a:ext cx="1157113" cy="171984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58270" y="5200386"/>
            <a:ext cx="3450168" cy="171984"/>
          </a:xfrm>
          <a:prstGeom prst="rect">
            <a:avLst/>
          </a:prstGeom>
        </p:spPr>
        <p:txBody>
          <a:bodyPr/>
          <a:lstStyle/>
          <a:p>
            <a:endParaRPr lang="zh-CN" alt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175499" y="5200386"/>
            <a:ext cx="2424907" cy="171984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‹#›</a:t>
            </a:fld>
            <a:endParaRPr lang="zh-CN" altLang="en-US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îṥľiḍe"/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38000">
                <a:schemeClr val="accent6"/>
              </a:gs>
              <a:gs pos="0">
                <a:schemeClr val="accent6"/>
              </a:gs>
              <a:gs pos="77000">
                <a:schemeClr val="accent1"/>
              </a:gs>
              <a:gs pos="97000">
                <a:schemeClr val="accent2"/>
              </a:gs>
            </a:gsLst>
            <a:lin ang="17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标题 11"/>
          <p:cNvSpPr>
            <a:spLocks noGrp="1"/>
          </p:cNvSpPr>
          <p:nvPr userDrawn="1">
            <p:ph type="ctrTitle" hasCustomPrompt="1"/>
          </p:nvPr>
        </p:nvSpPr>
        <p:spPr>
          <a:xfrm>
            <a:off x="5447314" y="1928519"/>
            <a:ext cx="4151769" cy="194733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447314" y="1025787"/>
            <a:ext cx="4125976" cy="259059"/>
          </a:xfrm>
          <a:prstGeom prst="rect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altLang="zh-CN" sz="1125" b="0" dirty="0">
                <a:solidFill>
                  <a:schemeClr val="bg1"/>
                </a:solidFill>
              </a:defRPr>
            </a:lvl1pPr>
          </a:lstStyle>
          <a:p>
            <a:pPr marL="0" lvl="0" indent="0" algn="r">
              <a:buNone/>
            </a:pPr>
            <a:r>
              <a:rPr lang="en-US" altLang="zh-CN" dirty="0"/>
              <a:t>Data</a:t>
            </a:r>
          </a:p>
        </p:txBody>
      </p:sp>
      <p:sp>
        <p:nvSpPr>
          <p:cNvPr id="19" name="文本占位符 1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447314" y="736560"/>
            <a:ext cx="4125976" cy="24689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gradFill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altLang="zh-CN" sz="1125" b="0" dirty="0">
                <a:solidFill>
                  <a:schemeClr val="bg1"/>
                </a:solidFill>
              </a:defRPr>
            </a:lvl1pPr>
          </a:lstStyle>
          <a:p>
            <a:pPr marL="0" lvl="0" indent="0" algn="r">
              <a:buNone/>
            </a:pPr>
            <a:r>
              <a:rPr lang="en-US" altLang="zh-CN" dirty="0"/>
              <a:t>Signature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91411" y="719865"/>
            <a:ext cx="4688589" cy="4423833"/>
            <a:chOff x="469693" y="863836"/>
            <a:chExt cx="5626307" cy="5308600"/>
          </a:xfrm>
        </p:grpSpPr>
        <p:sp>
          <p:nvSpPr>
            <p:cNvPr id="9" name="ïsḷiḓé"/>
            <p:cNvSpPr/>
            <p:nvPr userDrawn="1"/>
          </p:nvSpPr>
          <p:spPr>
            <a:xfrm rot="19598782">
              <a:off x="469693" y="4569572"/>
              <a:ext cx="1446087" cy="457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7000">
                  <a:schemeClr val="accent6">
                    <a:alpha val="0"/>
                  </a:schemeClr>
                </a:gs>
                <a:gs pos="98000">
                  <a:schemeClr val="accent2">
                    <a:alpha val="8300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fontAlgn="auto"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10" name="组合 9"/>
            <p:cNvGrpSpPr/>
            <p:nvPr userDrawn="1"/>
          </p:nvGrpSpPr>
          <p:grpSpPr>
            <a:xfrm>
              <a:off x="4914901" y="3959628"/>
              <a:ext cx="564589" cy="216176"/>
              <a:chOff x="4333198" y="4122950"/>
              <a:chExt cx="1657704" cy="269030"/>
            </a:xfrm>
          </p:grpSpPr>
          <p:sp>
            <p:nvSpPr>
              <p:cNvPr id="13" name="ïs1îdè"/>
              <p:cNvSpPr/>
              <p:nvPr userDrawn="1"/>
            </p:nvSpPr>
            <p:spPr>
              <a:xfrm rot="19598782">
                <a:off x="4333198" y="4346261"/>
                <a:ext cx="144608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7000">
                    <a:schemeClr val="accent6">
                      <a:alpha val="0"/>
                    </a:schemeClr>
                  </a:gs>
                  <a:gs pos="98000">
                    <a:schemeClr val="accent2">
                      <a:alpha val="83000"/>
                    </a:schemeClr>
                  </a:gs>
                </a:gsLst>
                <a:lin ang="17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iṡḷîḓê"/>
              <p:cNvSpPr/>
              <p:nvPr userDrawn="1"/>
            </p:nvSpPr>
            <p:spPr>
              <a:xfrm rot="19598782">
                <a:off x="4544815" y="4122950"/>
                <a:ext cx="1446087" cy="457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7000">
                    <a:schemeClr val="accent6">
                      <a:alpha val="0"/>
                    </a:schemeClr>
                  </a:gs>
                  <a:gs pos="98000">
                    <a:schemeClr val="accent2">
                      <a:alpha val="83000"/>
                    </a:schemeClr>
                  </a:gs>
                </a:gsLst>
                <a:lin ang="17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11" name="图片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1754" y="863836"/>
              <a:ext cx="5494246" cy="5308600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/>
          <a:lstStyle>
            <a:lvl1pPr>
              <a:defRPr sz="5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93208" y="3824553"/>
            <a:ext cx="8763000" cy="125015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81000" indent="0">
              <a:buNone/>
              <a:defRPr sz="1665">
                <a:solidFill>
                  <a:schemeClr val="tx1">
                    <a:tint val="75000"/>
                  </a:schemeClr>
                </a:solidFill>
              </a:defRPr>
            </a:lvl2pPr>
            <a:lvl3pPr marL="7620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300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4pPr>
            <a:lvl5pPr marL="152400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5pPr>
            <a:lvl6pPr marL="190500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6pPr>
            <a:lvl7pPr marL="228600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7pPr>
            <a:lvl8pPr marL="266700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8pPr>
            <a:lvl9pPr marL="304800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38E6-9CFB-456B-B495-A795E1D8D79A}" type="slidenum">
              <a:rPr lang="zh-CN" altLang="en-US" smtClean="0">
                <a:solidFill>
                  <a:srgbClr val="232323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98500" y="1521354"/>
            <a:ext cx="4318000" cy="362611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43500" y="1521354"/>
            <a:ext cx="4318000" cy="362611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38E6-9CFB-456B-B495-A795E1D8D79A}" type="slidenum">
              <a:rPr lang="zh-CN" altLang="en-US" smtClean="0">
                <a:solidFill>
                  <a:srgbClr val="232323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823" y="304271"/>
            <a:ext cx="8763000" cy="11046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99824" y="1400969"/>
            <a:ext cx="4298156" cy="68659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1000" indent="0">
              <a:buNone/>
              <a:defRPr sz="1665" b="1"/>
            </a:lvl2pPr>
            <a:lvl3pPr marL="762000" indent="0">
              <a:buNone/>
              <a:defRPr sz="1500" b="1"/>
            </a:lvl3pPr>
            <a:lvl4pPr marL="1143000" indent="0">
              <a:buNone/>
              <a:defRPr sz="1335" b="1"/>
            </a:lvl4pPr>
            <a:lvl5pPr marL="1524000" indent="0">
              <a:buNone/>
              <a:defRPr sz="1335" b="1"/>
            </a:lvl5pPr>
            <a:lvl6pPr marL="1905000" indent="0">
              <a:buNone/>
              <a:defRPr sz="1335" b="1"/>
            </a:lvl6pPr>
            <a:lvl7pPr marL="2286000" indent="0">
              <a:buNone/>
              <a:defRPr sz="1335" b="1"/>
            </a:lvl7pPr>
            <a:lvl8pPr marL="2667000" indent="0">
              <a:buNone/>
              <a:defRPr sz="1335" b="1"/>
            </a:lvl8pPr>
            <a:lvl9pPr marL="3048000" indent="0">
              <a:buNone/>
              <a:defRPr sz="1335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99824" y="2087563"/>
            <a:ext cx="4298156" cy="307049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43500" y="1400969"/>
            <a:ext cx="4319323" cy="68659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1000" indent="0">
              <a:buNone/>
              <a:defRPr sz="1665" b="1"/>
            </a:lvl2pPr>
            <a:lvl3pPr marL="762000" indent="0">
              <a:buNone/>
              <a:defRPr sz="1500" b="1"/>
            </a:lvl3pPr>
            <a:lvl4pPr marL="1143000" indent="0">
              <a:buNone/>
              <a:defRPr sz="1335" b="1"/>
            </a:lvl4pPr>
            <a:lvl5pPr marL="1524000" indent="0">
              <a:buNone/>
              <a:defRPr sz="1335" b="1"/>
            </a:lvl5pPr>
            <a:lvl6pPr marL="1905000" indent="0">
              <a:buNone/>
              <a:defRPr sz="1335" b="1"/>
            </a:lvl6pPr>
            <a:lvl7pPr marL="2286000" indent="0">
              <a:buNone/>
              <a:defRPr sz="1335" b="1"/>
            </a:lvl7pPr>
            <a:lvl8pPr marL="2667000" indent="0">
              <a:buNone/>
              <a:defRPr sz="1335" b="1"/>
            </a:lvl8pPr>
            <a:lvl9pPr marL="3048000" indent="0">
              <a:buNone/>
              <a:defRPr sz="1335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143500" y="2087563"/>
            <a:ext cx="4319323" cy="307049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38E6-9CFB-456B-B495-A795E1D8D79A}" type="slidenum">
              <a:rPr lang="zh-CN" altLang="en-US" smtClean="0">
                <a:solidFill>
                  <a:srgbClr val="232323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38E6-9CFB-456B-B495-A795E1D8D79A}" type="slidenum">
              <a:rPr lang="zh-CN" altLang="en-US" smtClean="0">
                <a:solidFill>
                  <a:srgbClr val="232323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38E6-9CFB-456B-B495-A795E1D8D79A}" type="slidenum">
              <a:rPr lang="zh-CN" altLang="en-US" smtClean="0">
                <a:solidFill>
                  <a:srgbClr val="232323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824" y="381000"/>
            <a:ext cx="3276864" cy="1333500"/>
          </a:xfrm>
        </p:spPr>
        <p:txBody>
          <a:bodyPr anchor="b"/>
          <a:lstStyle>
            <a:lvl1pPr>
              <a:defRPr sz="26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323" y="822855"/>
            <a:ext cx="5143500" cy="4061354"/>
          </a:xfrm>
        </p:spPr>
        <p:txBody>
          <a:bodyPr/>
          <a:lstStyle>
            <a:lvl1pPr>
              <a:defRPr sz="2665"/>
            </a:lvl1pPr>
            <a:lvl2pPr>
              <a:defRPr sz="2335"/>
            </a:lvl2pPr>
            <a:lvl3pPr>
              <a:defRPr sz="2000"/>
            </a:lvl3pPr>
            <a:lvl4pPr>
              <a:defRPr sz="1665"/>
            </a:lvl4pPr>
            <a:lvl5pPr>
              <a:defRPr sz="1665"/>
            </a:lvl5pPr>
            <a:lvl6pPr>
              <a:defRPr sz="1665"/>
            </a:lvl6pPr>
            <a:lvl7pPr>
              <a:defRPr sz="1665"/>
            </a:lvl7pPr>
            <a:lvl8pPr>
              <a:defRPr sz="1665"/>
            </a:lvl8pPr>
            <a:lvl9pPr>
              <a:defRPr sz="166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9824" y="1714500"/>
            <a:ext cx="3276864" cy="3176323"/>
          </a:xfrm>
        </p:spPr>
        <p:txBody>
          <a:bodyPr/>
          <a:lstStyle>
            <a:lvl1pPr marL="0" indent="0">
              <a:buNone/>
              <a:defRPr sz="1335"/>
            </a:lvl1pPr>
            <a:lvl2pPr marL="381000" indent="0">
              <a:buNone/>
              <a:defRPr sz="1165"/>
            </a:lvl2pPr>
            <a:lvl3pPr marL="762000" indent="0">
              <a:buNone/>
              <a:defRPr sz="1000"/>
            </a:lvl3pPr>
            <a:lvl4pPr marL="1143000" indent="0">
              <a:buNone/>
              <a:defRPr sz="835"/>
            </a:lvl4pPr>
            <a:lvl5pPr marL="1524000" indent="0">
              <a:buNone/>
              <a:defRPr sz="835"/>
            </a:lvl5pPr>
            <a:lvl6pPr marL="1905000" indent="0">
              <a:buNone/>
              <a:defRPr sz="835"/>
            </a:lvl6pPr>
            <a:lvl7pPr marL="2286000" indent="0">
              <a:buNone/>
              <a:defRPr sz="835"/>
            </a:lvl7pPr>
            <a:lvl8pPr marL="2667000" indent="0">
              <a:buNone/>
              <a:defRPr sz="835"/>
            </a:lvl8pPr>
            <a:lvl9pPr marL="3048000" indent="0">
              <a:buNone/>
              <a:defRPr sz="83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38E6-9CFB-456B-B495-A795E1D8D79A}" type="slidenum">
              <a:rPr lang="zh-CN" altLang="en-US" smtClean="0">
                <a:solidFill>
                  <a:srgbClr val="232323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824" y="381000"/>
            <a:ext cx="3276864" cy="1333500"/>
          </a:xfrm>
        </p:spPr>
        <p:txBody>
          <a:bodyPr anchor="b"/>
          <a:lstStyle>
            <a:lvl1pPr>
              <a:defRPr sz="26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19323" y="822855"/>
            <a:ext cx="5143500" cy="4061354"/>
          </a:xfrm>
        </p:spPr>
        <p:txBody>
          <a:bodyPr anchor="t"/>
          <a:lstStyle>
            <a:lvl1pPr marL="0" indent="0">
              <a:buNone/>
              <a:defRPr sz="2665"/>
            </a:lvl1pPr>
            <a:lvl2pPr marL="381000" indent="0">
              <a:buNone/>
              <a:defRPr sz="2335"/>
            </a:lvl2pPr>
            <a:lvl3pPr marL="762000" indent="0">
              <a:buNone/>
              <a:defRPr sz="2000"/>
            </a:lvl3pPr>
            <a:lvl4pPr marL="1143000" indent="0">
              <a:buNone/>
              <a:defRPr sz="1665"/>
            </a:lvl4pPr>
            <a:lvl5pPr marL="1524000" indent="0">
              <a:buNone/>
              <a:defRPr sz="1665"/>
            </a:lvl5pPr>
            <a:lvl6pPr marL="1905000" indent="0">
              <a:buNone/>
              <a:defRPr sz="1665"/>
            </a:lvl6pPr>
            <a:lvl7pPr marL="2286000" indent="0">
              <a:buNone/>
              <a:defRPr sz="1665"/>
            </a:lvl7pPr>
            <a:lvl8pPr marL="2667000" indent="0">
              <a:buNone/>
              <a:defRPr sz="1665"/>
            </a:lvl8pPr>
            <a:lvl9pPr marL="3048000" indent="0">
              <a:buNone/>
              <a:defRPr sz="166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9824" y="1714500"/>
            <a:ext cx="3276864" cy="3176323"/>
          </a:xfrm>
        </p:spPr>
        <p:txBody>
          <a:bodyPr/>
          <a:lstStyle>
            <a:lvl1pPr marL="0" indent="0">
              <a:buNone/>
              <a:defRPr sz="1335"/>
            </a:lvl1pPr>
            <a:lvl2pPr marL="381000" indent="0">
              <a:buNone/>
              <a:defRPr sz="1165"/>
            </a:lvl2pPr>
            <a:lvl3pPr marL="762000" indent="0">
              <a:buNone/>
              <a:defRPr sz="1000"/>
            </a:lvl3pPr>
            <a:lvl4pPr marL="1143000" indent="0">
              <a:buNone/>
              <a:defRPr sz="835"/>
            </a:lvl4pPr>
            <a:lvl5pPr marL="1524000" indent="0">
              <a:buNone/>
              <a:defRPr sz="835"/>
            </a:lvl5pPr>
            <a:lvl6pPr marL="1905000" indent="0">
              <a:buNone/>
              <a:defRPr sz="835"/>
            </a:lvl6pPr>
            <a:lvl7pPr marL="2286000" indent="0">
              <a:buNone/>
              <a:defRPr sz="835"/>
            </a:lvl7pPr>
            <a:lvl8pPr marL="2667000" indent="0">
              <a:buNone/>
              <a:defRPr sz="835"/>
            </a:lvl8pPr>
            <a:lvl9pPr marL="3048000" indent="0">
              <a:buNone/>
              <a:defRPr sz="83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38E6-9CFB-456B-B495-A795E1D8D79A}" type="slidenum">
              <a:rPr lang="zh-CN" altLang="en-US" smtClean="0">
                <a:solidFill>
                  <a:srgbClr val="232323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38E6-9CFB-456B-B495-A795E1D8D79A}" type="slidenum">
              <a:rPr lang="zh-CN" altLang="en-US" smtClean="0">
                <a:solidFill>
                  <a:srgbClr val="232323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70750" y="304271"/>
            <a:ext cx="2190750" cy="48431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98500" y="304271"/>
            <a:ext cx="6445250" cy="484319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38E6-9CFB-456B-B495-A795E1D8D79A}" type="slidenum">
              <a:rPr lang="zh-CN" altLang="en-US" smtClean="0">
                <a:solidFill>
                  <a:srgbClr val="232323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232323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7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2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8" descr="PPT胶片内页元素-4比3-目录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39611" y="271464"/>
            <a:ext cx="8480778" cy="7254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0064" rIns="80129" bIns="40064" numCol="1" anchor="ctr" anchorCtr="0" compatLnSpc="1"/>
          <a:lstStyle/>
          <a:p>
            <a:pPr lvl="0"/>
            <a:r>
              <a:rPr lang="zh-CN" altLang="zh-CN"/>
              <a:t>Click to edit Master title style</a:t>
            </a:r>
          </a:p>
        </p:txBody>
      </p:sp>
      <p:sp>
        <p:nvSpPr>
          <p:cNvPr id="2052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9611" y="1357314"/>
            <a:ext cx="8480778" cy="3495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2" tIns="40070" rIns="80142" bIns="40070" numCol="1" anchor="t" anchorCtr="0" compatLnSpc="1"/>
          <a:lstStyle/>
          <a:p>
            <a:pPr lvl="0"/>
            <a:r>
              <a:rPr lang="zh-CN" altLang="zh-CN"/>
              <a:t>Click to edit Master text styles</a:t>
            </a:r>
          </a:p>
          <a:p>
            <a:pPr lvl="1"/>
            <a:r>
              <a:rPr lang="zh-CN" altLang="zh-CN"/>
              <a:t>Second level</a:t>
            </a:r>
          </a:p>
          <a:p>
            <a:pPr lvl="2"/>
            <a:r>
              <a:rPr lang="zh-CN" altLang="zh-CN"/>
              <a:t>Third level</a:t>
            </a:r>
          </a:p>
          <a:p>
            <a:pPr lvl="3"/>
            <a:r>
              <a:rPr lang="zh-CN" altLang="zh-CN"/>
              <a:t>Fourth level</a:t>
            </a:r>
          </a:p>
          <a:p>
            <a:pPr lvl="4"/>
            <a:r>
              <a:rPr lang="zh-CN" altLang="zh-CN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j-lt"/>
          <a:ea typeface="华文细黑" panose="02010600040101010101" pitchFamily="2" charset="-122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华文细黑" panose="02010600040101010101" pitchFamily="2" charset="-122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–"/>
        <a:defRPr sz="1400">
          <a:solidFill>
            <a:schemeClr val="tx1"/>
          </a:solidFill>
          <a:latin typeface="+mn-lt"/>
          <a:ea typeface="华文细黑" panose="02010600040101010101" pitchFamily="2" charset="-122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5pPr>
      <a:lvl6pPr marL="25146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6pPr>
      <a:lvl7pPr marL="29718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7pPr>
      <a:lvl8pPr marL="3429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8pPr>
      <a:lvl9pPr marL="3886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9" descr="dd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184776"/>
            <a:ext cx="9214556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39611" y="307976"/>
            <a:ext cx="8480778" cy="620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0064" rIns="80129" bIns="40064" numCol="1" anchor="ctr" anchorCtr="0" compatLnSpc="1"/>
          <a:lstStyle/>
          <a:p>
            <a:pPr lvl="0"/>
            <a:r>
              <a:rPr lang="zh-CN" altLang="zh-CN"/>
              <a:t>Click to edit Master title style</a:t>
            </a:r>
          </a:p>
        </p:txBody>
      </p:sp>
      <p:sp>
        <p:nvSpPr>
          <p:cNvPr id="3076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9611" y="1211264"/>
            <a:ext cx="8480778" cy="3641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2" tIns="40070" rIns="80142" bIns="40070" numCol="1" anchor="t" anchorCtr="0" compatLnSpc="1"/>
          <a:lstStyle/>
          <a:p>
            <a:pPr lvl="0"/>
            <a:r>
              <a:rPr lang="zh-CN" altLang="zh-CN"/>
              <a:t>Click to edit Master text styles</a:t>
            </a:r>
          </a:p>
          <a:p>
            <a:pPr lvl="1"/>
            <a:r>
              <a:rPr lang="zh-CN" altLang="zh-CN"/>
              <a:t>Second level</a:t>
            </a:r>
          </a:p>
          <a:p>
            <a:pPr lvl="2"/>
            <a:r>
              <a:rPr lang="zh-CN" altLang="zh-CN"/>
              <a:t>Third level</a:t>
            </a:r>
          </a:p>
          <a:p>
            <a:pPr lvl="3"/>
            <a:r>
              <a:rPr lang="zh-CN" altLang="zh-CN"/>
              <a:t>Fourth level</a:t>
            </a:r>
          </a:p>
          <a:p>
            <a:pPr lvl="4"/>
            <a:r>
              <a:rPr lang="zh-CN" altLang="zh-CN"/>
              <a:t>Fifth level</a:t>
            </a:r>
          </a:p>
        </p:txBody>
      </p:sp>
      <p:grpSp>
        <p:nvGrpSpPr>
          <p:cNvPr id="3077" name="Group 88"/>
          <p:cNvGrpSpPr/>
          <p:nvPr userDrawn="1"/>
        </p:nvGrpSpPr>
        <p:grpSpPr bwMode="auto">
          <a:xfrm>
            <a:off x="10361083" y="3194050"/>
            <a:ext cx="959556" cy="2520950"/>
            <a:chOff x="0" y="0"/>
            <a:chExt cx="544" cy="1906"/>
          </a:xfrm>
        </p:grpSpPr>
        <p:sp>
          <p:nvSpPr>
            <p:cNvPr id="3081" name="Rectangle 86"/>
            <p:cNvSpPr>
              <a:spLocks noChangeArrowheads="1"/>
            </p:cNvSpPr>
            <p:nvPr userDrawn="1"/>
          </p:nvSpPr>
          <p:spPr bwMode="auto">
            <a:xfrm>
              <a:off x="0" y="0"/>
              <a:ext cx="544" cy="190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082" name="Group 87"/>
            <p:cNvGrpSpPr>
              <a:grpSpLocks noChangeAspect="1"/>
            </p:cNvGrpSpPr>
            <p:nvPr userDrawn="1"/>
          </p:nvGrpSpPr>
          <p:grpSpPr bwMode="auto">
            <a:xfrm>
              <a:off x="67" y="61"/>
              <a:ext cx="409" cy="1783"/>
              <a:chOff x="0" y="0"/>
              <a:chExt cx="409" cy="1783"/>
            </a:xfrm>
          </p:grpSpPr>
          <p:grpSp>
            <p:nvGrpSpPr>
              <p:cNvPr id="3083" name="Group 18"/>
              <p:cNvGrpSpPr>
                <a:grpSpLocks noChangeAspect="1"/>
              </p:cNvGrpSpPr>
              <p:nvPr userDrawn="1"/>
            </p:nvGrpSpPr>
            <p:grpSpPr bwMode="auto">
              <a:xfrm>
                <a:off x="0" y="119"/>
                <a:ext cx="409" cy="101"/>
                <a:chOff x="0" y="0"/>
                <a:chExt cx="466" cy="115"/>
              </a:xfrm>
            </p:grpSpPr>
            <p:sp>
              <p:nvSpPr>
                <p:cNvPr id="3144" name="Rectangle 1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rgbClr val="FFCC66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45" name="Rectangle 2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46" name="Rectangle 2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rgbClr val="99660A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47" name="Rectangle 2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84" name="Group 23"/>
              <p:cNvGrpSpPr>
                <a:grpSpLocks noChangeAspect="1"/>
              </p:cNvGrpSpPr>
              <p:nvPr userDrawn="1"/>
            </p:nvGrpSpPr>
            <p:grpSpPr bwMode="auto">
              <a:xfrm>
                <a:off x="0" y="239"/>
                <a:ext cx="409" cy="101"/>
                <a:chOff x="0" y="0"/>
                <a:chExt cx="466" cy="115"/>
              </a:xfrm>
            </p:grpSpPr>
            <p:sp>
              <p:nvSpPr>
                <p:cNvPr id="3140" name="Rectangle 2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41" name="Rectangle 2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rgbClr val="99CCCC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42" name="Rectangle 2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rgbClr val="0099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43" name="Rectangle 2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85" name="Group 28"/>
              <p:cNvGrpSpPr>
                <a:grpSpLocks noChangeAspect="1"/>
              </p:cNvGrpSpPr>
              <p:nvPr userDrawn="1"/>
            </p:nvGrpSpPr>
            <p:grpSpPr bwMode="auto">
              <a:xfrm>
                <a:off x="0" y="358"/>
                <a:ext cx="409" cy="101"/>
                <a:chOff x="0" y="0"/>
                <a:chExt cx="466" cy="115"/>
              </a:xfrm>
            </p:grpSpPr>
            <p:sp>
              <p:nvSpPr>
                <p:cNvPr id="3136" name="Rectangle 2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7" name="Rectangle 3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rgbClr val="0099CC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8" name="Rectangle 3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rgbClr val="0066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9" name="Rectangle 3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rgbClr val="CCFF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86" name="Group 33"/>
              <p:cNvGrpSpPr>
                <a:grpSpLocks noChangeAspect="1"/>
              </p:cNvGrpSpPr>
              <p:nvPr userDrawn="1"/>
            </p:nvGrpSpPr>
            <p:grpSpPr bwMode="auto">
              <a:xfrm>
                <a:off x="0" y="0"/>
                <a:ext cx="409" cy="104"/>
                <a:chOff x="0" y="0"/>
                <a:chExt cx="466" cy="119"/>
              </a:xfrm>
            </p:grpSpPr>
            <p:sp>
              <p:nvSpPr>
                <p:cNvPr id="3132" name="Rectangle 3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9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3" name="Rectangle 3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9"/>
                </a:xfrm>
                <a:prstGeom prst="rect">
                  <a:avLst/>
                </a:prstGeom>
                <a:solidFill>
                  <a:srgbClr val="CCCCCC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4" name="Rectangle 3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9"/>
                </a:xfrm>
                <a:prstGeom prst="rect">
                  <a:avLst/>
                </a:prstGeom>
                <a:solidFill>
                  <a:srgbClr val="99CCFF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5" name="Rectangle 3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9"/>
                </a:xfrm>
                <a:prstGeom prst="rect">
                  <a:avLst/>
                </a:prstGeom>
                <a:solidFill>
                  <a:srgbClr val="669900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87" name="Group 38"/>
              <p:cNvGrpSpPr>
                <a:grpSpLocks noChangeAspect="1"/>
              </p:cNvGrpSpPr>
              <p:nvPr userDrawn="1"/>
            </p:nvGrpSpPr>
            <p:grpSpPr bwMode="auto">
              <a:xfrm>
                <a:off x="0" y="557"/>
                <a:ext cx="409" cy="101"/>
                <a:chOff x="0" y="0"/>
                <a:chExt cx="466" cy="115"/>
              </a:xfrm>
            </p:grpSpPr>
            <p:sp>
              <p:nvSpPr>
                <p:cNvPr id="3128" name="Rectangle 3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29" name="Rectangle 4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0" name="Rectangle 4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31" name="Rectangle 4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chemeClr val="tx2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88" name="Group 43"/>
              <p:cNvGrpSpPr>
                <a:grpSpLocks noChangeAspect="1"/>
              </p:cNvGrpSpPr>
              <p:nvPr userDrawn="1"/>
            </p:nvGrpSpPr>
            <p:grpSpPr bwMode="auto">
              <a:xfrm>
                <a:off x="0" y="677"/>
                <a:ext cx="409" cy="101"/>
                <a:chOff x="0" y="0"/>
                <a:chExt cx="466" cy="115"/>
              </a:xfrm>
            </p:grpSpPr>
            <p:sp>
              <p:nvSpPr>
                <p:cNvPr id="3124" name="Rectangle 4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25" name="Rectangle 4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rgbClr val="99CCFF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26" name="Rectangle 4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27" name="Rectangle 4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89" name="Group 48"/>
              <p:cNvGrpSpPr>
                <a:grpSpLocks noChangeAspect="1"/>
              </p:cNvGrpSpPr>
              <p:nvPr userDrawn="1"/>
            </p:nvGrpSpPr>
            <p:grpSpPr bwMode="auto">
              <a:xfrm>
                <a:off x="0" y="796"/>
                <a:ext cx="409" cy="101"/>
                <a:chOff x="0" y="0"/>
                <a:chExt cx="466" cy="115"/>
              </a:xfrm>
            </p:grpSpPr>
            <p:sp>
              <p:nvSpPr>
                <p:cNvPr id="3120" name="Rectangle 4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21" name="Rectangle 5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rgbClr val="CCFF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22" name="Rectangle 5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23" name="Rectangle 5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90" name="Group 53"/>
              <p:cNvGrpSpPr>
                <a:grpSpLocks noChangeAspect="1"/>
              </p:cNvGrpSpPr>
              <p:nvPr userDrawn="1"/>
            </p:nvGrpSpPr>
            <p:grpSpPr bwMode="auto">
              <a:xfrm>
                <a:off x="0" y="996"/>
                <a:ext cx="409" cy="100"/>
                <a:chOff x="0" y="0"/>
                <a:chExt cx="466" cy="115"/>
              </a:xfrm>
            </p:grpSpPr>
            <p:sp>
              <p:nvSpPr>
                <p:cNvPr id="3116" name="Rectangle 5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17" name="Rectangle 5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18" name="Rectangle 5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19" name="Rectangle 5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91" name="Group 58"/>
              <p:cNvGrpSpPr>
                <a:grpSpLocks noChangeAspect="1"/>
              </p:cNvGrpSpPr>
              <p:nvPr userDrawn="1"/>
            </p:nvGrpSpPr>
            <p:grpSpPr bwMode="auto">
              <a:xfrm>
                <a:off x="0" y="1115"/>
                <a:ext cx="409" cy="101"/>
                <a:chOff x="0" y="0"/>
                <a:chExt cx="466" cy="115"/>
              </a:xfrm>
            </p:grpSpPr>
            <p:sp>
              <p:nvSpPr>
                <p:cNvPr id="3112" name="Rectangle 5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13" name="Rectangle 6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rgbClr val="99CCFF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14" name="Rectangle 6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15" name="Rectangle 6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92" name="Group 63"/>
              <p:cNvGrpSpPr>
                <a:grpSpLocks noChangeAspect="1"/>
              </p:cNvGrpSpPr>
              <p:nvPr userDrawn="1"/>
            </p:nvGrpSpPr>
            <p:grpSpPr bwMode="auto">
              <a:xfrm>
                <a:off x="0" y="1234"/>
                <a:ext cx="409" cy="101"/>
                <a:chOff x="0" y="0"/>
                <a:chExt cx="466" cy="115"/>
              </a:xfrm>
            </p:grpSpPr>
            <p:sp>
              <p:nvSpPr>
                <p:cNvPr id="3108" name="Rectangle 6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09" name="Rectangle 6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rgbClr val="CCFF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10" name="Rectangle 6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11" name="Rectangle 6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93" name="Group 68"/>
              <p:cNvGrpSpPr>
                <a:grpSpLocks noChangeAspect="1"/>
              </p:cNvGrpSpPr>
              <p:nvPr userDrawn="1"/>
            </p:nvGrpSpPr>
            <p:grpSpPr bwMode="auto">
              <a:xfrm>
                <a:off x="0" y="1434"/>
                <a:ext cx="409" cy="101"/>
                <a:chOff x="0" y="0"/>
                <a:chExt cx="466" cy="115"/>
              </a:xfrm>
            </p:grpSpPr>
            <p:sp>
              <p:nvSpPr>
                <p:cNvPr id="3104" name="Rectangle 6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-2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05" name="Rectangle 7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-2"/>
                  <a:ext cx="115" cy="115"/>
                </a:xfrm>
                <a:prstGeom prst="rect">
                  <a:avLst/>
                </a:prstGeom>
                <a:solidFill>
                  <a:srgbClr val="FFCC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06" name="Rectangle 7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-2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07" name="Rectangle 7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-2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94" name="Group 73"/>
              <p:cNvGrpSpPr>
                <a:grpSpLocks noChangeAspect="1"/>
              </p:cNvGrpSpPr>
              <p:nvPr userDrawn="1"/>
            </p:nvGrpSpPr>
            <p:grpSpPr bwMode="auto">
              <a:xfrm>
                <a:off x="0" y="1558"/>
                <a:ext cx="409" cy="101"/>
                <a:chOff x="0" y="0"/>
                <a:chExt cx="466" cy="115"/>
              </a:xfrm>
            </p:grpSpPr>
            <p:sp>
              <p:nvSpPr>
                <p:cNvPr id="3100" name="Rectangle 7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01" name="Rectangle 7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rgbClr val="99CCFF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02" name="Rectangle 7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03" name="Rectangle 7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95" name="Group 78"/>
              <p:cNvGrpSpPr>
                <a:grpSpLocks noChangeAspect="1"/>
              </p:cNvGrpSpPr>
              <p:nvPr userDrawn="1"/>
            </p:nvGrpSpPr>
            <p:grpSpPr bwMode="auto">
              <a:xfrm>
                <a:off x="0" y="1682"/>
                <a:ext cx="409" cy="101"/>
                <a:chOff x="0" y="0"/>
                <a:chExt cx="466" cy="115"/>
              </a:xfrm>
            </p:grpSpPr>
            <p:sp>
              <p:nvSpPr>
                <p:cNvPr id="3096" name="Rectangle 7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117" y="0"/>
                  <a:ext cx="116" cy="115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97" name="Rectangle 8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234" y="0"/>
                  <a:ext cx="115" cy="115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98" name="Rectangle 8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349" y="0"/>
                  <a:ext cx="117" cy="115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99" name="Rectangle 8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0" y="0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noFill/>
                  <a:miter lim="800000"/>
                </a:ln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078" name="Rectangle 5"/>
          <p:cNvSpPr>
            <a:spLocks noChangeArrowheads="1"/>
          </p:cNvSpPr>
          <p:nvPr userDrawn="1"/>
        </p:nvSpPr>
        <p:spPr bwMode="auto">
          <a:xfrm>
            <a:off x="7067904" y="5376863"/>
            <a:ext cx="2330097" cy="379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eaLnBrk="0" hangingPunct="0">
              <a:lnSpc>
                <a:spcPct val="85000"/>
              </a:lnSpc>
            </a:pPr>
            <a:r>
              <a:rPr lang="de-DE" altLang="en-US" sz="1200">
                <a:solidFill>
                  <a:srgbClr val="000000"/>
                </a:solidFill>
                <a:latin typeface="FrutigerNext LT Bold"/>
                <a:ea typeface="MS PGothic" panose="020B0600070205080204" pitchFamily="34" charset="-128"/>
              </a:rPr>
              <a:t>Page </a:t>
            </a:r>
            <a:fld id="{9371B220-63A7-4F80-A0C7-07193684FF19}" type="slidenum">
              <a:rPr lang="de-DE" altLang="en-US" sz="1200">
                <a:solidFill>
                  <a:srgbClr val="000000"/>
                </a:solidFill>
                <a:latin typeface="FrutigerNext LT Bold"/>
                <a:ea typeface="MS PGothic" panose="020B0600070205080204" pitchFamily="34" charset="-128"/>
              </a:rPr>
              <a:t>‹#›</a:t>
            </a:fld>
            <a:endParaRPr lang="en-GB" altLang="en-US" sz="1200">
              <a:solidFill>
                <a:srgbClr val="000000"/>
              </a:solidFill>
              <a:latin typeface="FrutigerNext LT Bold"/>
              <a:ea typeface="MS PGothic" panose="020B0600070205080204" pitchFamily="34" charset="-128"/>
            </a:endParaRPr>
          </a:p>
        </p:txBody>
      </p:sp>
      <p:cxnSp>
        <p:nvCxnSpPr>
          <p:cNvPr id="3079" name="Straight Connector 82"/>
          <p:cNvCxnSpPr>
            <a:cxnSpLocks noChangeShapeType="1"/>
          </p:cNvCxnSpPr>
          <p:nvPr userDrawn="1"/>
        </p:nvCxnSpPr>
        <p:spPr bwMode="auto">
          <a:xfrm>
            <a:off x="7373056" y="0"/>
            <a:ext cx="0" cy="27463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</a:ln>
        </p:spPr>
      </p:cxnSp>
      <p:pic>
        <p:nvPicPr>
          <p:cNvPr id="3080" name="图片 81" descr="logo2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9221611" y="5172076"/>
            <a:ext cx="938389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j-lt"/>
          <a:ea typeface="华文细黑" panose="02010600040101010101" pitchFamily="2" charset="-122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华文细黑" panose="02010600040101010101" pitchFamily="2" charset="-122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–"/>
        <a:defRPr sz="1400">
          <a:solidFill>
            <a:schemeClr val="tx1"/>
          </a:solidFill>
          <a:latin typeface="+mn-lt"/>
          <a:ea typeface="华文细黑" panose="02010600040101010101" pitchFamily="2" charset="-122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5pPr>
      <a:lvl6pPr marL="25146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6pPr>
      <a:lvl7pPr marL="29718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7pPr>
      <a:lvl8pPr marL="3429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8pPr>
      <a:lvl9pPr marL="3886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 descr="5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4914901"/>
            <a:ext cx="10160000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图片 4" descr="logo2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365500" y="1150938"/>
            <a:ext cx="3513667" cy="203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801370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01370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2pPr>
      <a:lvl3pPr algn="ctr" defTabSz="801370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3pPr>
      <a:lvl4pPr algn="ctr" defTabSz="801370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4pPr>
      <a:lvl5pPr algn="ctr" defTabSz="801370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5pPr>
      <a:lvl6pPr marL="457200" algn="ctr" defTabSz="801370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6pPr>
      <a:lvl7pPr marL="914400" algn="ctr" defTabSz="801370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7pPr>
      <a:lvl8pPr marL="1371600" algn="ctr" defTabSz="801370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8pPr>
      <a:lvl9pPr marL="1828800" algn="ctr" defTabSz="801370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9pPr>
    </p:titleStyle>
    <p:bodyStyle>
      <a:lvl1pPr marL="300355" indent="-300355" algn="l" defTabSz="801370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52780" indent="-250825" algn="l" defTabSz="801370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  <a:ea typeface="+mn-ea"/>
        </a:defRPr>
      </a:lvl2pPr>
      <a:lvl3pPr marL="1003300" indent="-201930" algn="l" defTabSz="801370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402080" indent="-200025" algn="l" defTabSz="801370" rtl="0" eaLnBrk="0" fontAlgn="base" hangingPunct="0">
        <a:spcBef>
          <a:spcPct val="20000"/>
        </a:spcBef>
        <a:spcAft>
          <a:spcPct val="0"/>
        </a:spcAft>
        <a:buChar char="–"/>
        <a:defRPr sz="1700">
          <a:solidFill>
            <a:schemeClr val="tx1"/>
          </a:solidFill>
          <a:latin typeface="+mn-lt"/>
          <a:ea typeface="+mn-ea"/>
        </a:defRPr>
      </a:lvl4pPr>
      <a:lvl5pPr marL="1803400" indent="-201930" algn="l" defTabSz="801370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5pPr>
      <a:lvl6pPr marL="2260600" indent="-201930" algn="l" defTabSz="801370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6pPr>
      <a:lvl7pPr marL="2717800" indent="-201930" algn="l" defTabSz="801370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7pPr>
      <a:lvl8pPr marL="3175000" indent="-201930" algn="l" defTabSz="801370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8pPr>
      <a:lvl9pPr marL="3632200" indent="-201930" algn="l" defTabSz="801370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76" descr="PPT胶片内页元素-4比3-封底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6" descr="5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4878388"/>
            <a:ext cx="10160000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4" name="Text Box 7"/>
          <p:cNvSpPr txBox="1">
            <a:spLocks noChangeArrowheads="1"/>
          </p:cNvSpPr>
          <p:nvPr userDrawn="1"/>
        </p:nvSpPr>
        <p:spPr bwMode="auto">
          <a:xfrm>
            <a:off x="3678149" y="2224088"/>
            <a:ext cx="2805466" cy="761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448" tIns="41724" rIns="83448" bIns="41724">
            <a:spAutoFit/>
          </a:bodyPr>
          <a:lstStyle>
            <a:lvl1pPr defTabSz="835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defTabSz="835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defTabSz="835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defTabSz="835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defTabSz="8350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defTabSz="835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defTabSz="835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defTabSz="835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defTabSz="835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en-US" sz="4400">
                <a:solidFill>
                  <a:srgbClr val="99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Thank you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华文细黑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华文细黑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华文细黑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华文细黑" panose="0201060004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华文细黑" panose="0201060004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华文细黑" panose="0201060004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华文细黑" panose="0201060004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华文细黑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›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~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~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~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~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~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78" descr="PPT胶片内页元素-4比3-目录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39611" y="271464"/>
            <a:ext cx="8480778" cy="7254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0064" rIns="80129" bIns="40064" numCol="1" anchor="ctr" anchorCtr="0" compatLnSpc="1"/>
          <a:lstStyle/>
          <a:p>
            <a:pPr lvl="0"/>
            <a:r>
              <a:rPr lang="zh-CN" altLang="zh-CN"/>
              <a:t>Click to edit Master title style</a:t>
            </a:r>
          </a:p>
        </p:txBody>
      </p:sp>
      <p:sp>
        <p:nvSpPr>
          <p:cNvPr id="6148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9611" y="1357314"/>
            <a:ext cx="8480778" cy="3495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2" tIns="40070" rIns="80142" bIns="40070" numCol="1" anchor="t" anchorCtr="0" compatLnSpc="1"/>
          <a:lstStyle/>
          <a:p>
            <a:pPr lvl="0"/>
            <a:r>
              <a:rPr lang="zh-CN" altLang="zh-CN"/>
              <a:t>Click to edit Master text styles</a:t>
            </a:r>
          </a:p>
          <a:p>
            <a:pPr lvl="1"/>
            <a:r>
              <a:rPr lang="zh-CN" altLang="zh-CN"/>
              <a:t>Second level</a:t>
            </a:r>
          </a:p>
          <a:p>
            <a:pPr lvl="2"/>
            <a:r>
              <a:rPr lang="zh-CN" altLang="zh-CN"/>
              <a:t>Third level</a:t>
            </a:r>
          </a:p>
          <a:p>
            <a:pPr lvl="3"/>
            <a:r>
              <a:rPr lang="zh-CN" altLang="zh-CN"/>
              <a:t>Fourth level</a:t>
            </a:r>
          </a:p>
          <a:p>
            <a:pPr lvl="4"/>
            <a:r>
              <a:rPr lang="zh-CN" altLang="zh-CN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j-lt"/>
          <a:ea typeface="华文细黑" panose="02010600040101010101" pitchFamily="2" charset="-122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华文细黑" panose="02010600040101010101" pitchFamily="2" charset="-122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–"/>
        <a:defRPr sz="1400">
          <a:solidFill>
            <a:schemeClr val="tx1"/>
          </a:solidFill>
          <a:latin typeface="+mn-lt"/>
          <a:ea typeface="华文细黑" panose="02010600040101010101" pitchFamily="2" charset="-122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5pPr>
      <a:lvl6pPr marL="25146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6pPr>
      <a:lvl7pPr marL="29718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7pPr>
      <a:lvl8pPr marL="3429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8pPr>
      <a:lvl9pPr marL="3886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78" descr="PPT胶片内页元素-4比3-目录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39611" y="271464"/>
            <a:ext cx="8480778" cy="7254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0064" rIns="80129" bIns="40064" numCol="1" anchor="ctr" anchorCtr="0" compatLnSpc="1"/>
          <a:lstStyle/>
          <a:p>
            <a:pPr lvl="0"/>
            <a:r>
              <a:rPr lang="zh-CN" altLang="zh-CN"/>
              <a:t>Click to edit Master title style</a:t>
            </a:r>
          </a:p>
        </p:txBody>
      </p:sp>
      <p:sp>
        <p:nvSpPr>
          <p:cNvPr id="7172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9611" y="1357314"/>
            <a:ext cx="8480778" cy="3495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2" tIns="40070" rIns="80142" bIns="40070" numCol="1" anchor="t" anchorCtr="0" compatLnSpc="1"/>
          <a:lstStyle/>
          <a:p>
            <a:pPr lvl="0"/>
            <a:r>
              <a:rPr lang="zh-CN" altLang="zh-CN"/>
              <a:t>Click to edit Master text styles</a:t>
            </a:r>
          </a:p>
          <a:p>
            <a:pPr lvl="1"/>
            <a:r>
              <a:rPr lang="zh-CN" altLang="zh-CN"/>
              <a:t>Second level</a:t>
            </a:r>
          </a:p>
          <a:p>
            <a:pPr lvl="2"/>
            <a:r>
              <a:rPr lang="zh-CN" altLang="zh-CN"/>
              <a:t>Third level</a:t>
            </a:r>
          </a:p>
          <a:p>
            <a:pPr lvl="3"/>
            <a:r>
              <a:rPr lang="zh-CN" altLang="zh-CN"/>
              <a:t>Fourth level</a:t>
            </a:r>
          </a:p>
          <a:p>
            <a:pPr lvl="4"/>
            <a:r>
              <a:rPr lang="zh-CN" altLang="zh-CN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j-lt"/>
          <a:ea typeface="华文细黑" panose="02010600040101010101" pitchFamily="2" charset="-122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华文细黑" panose="02010600040101010101" pitchFamily="2" charset="-122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–"/>
        <a:defRPr sz="1400">
          <a:solidFill>
            <a:schemeClr val="tx1"/>
          </a:solidFill>
          <a:latin typeface="+mn-lt"/>
          <a:ea typeface="华文细黑" panose="02010600040101010101" pitchFamily="2" charset="-122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5pPr>
      <a:lvl6pPr marL="25146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6pPr>
      <a:lvl7pPr marL="29718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7pPr>
      <a:lvl8pPr marL="3429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8pPr>
      <a:lvl9pPr marL="3886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8" descr="PPT胶片内页元素-4比3-目录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39611" y="271464"/>
            <a:ext cx="8480778" cy="7254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0064" rIns="80129" bIns="40064" numCol="1" anchor="ctr" anchorCtr="0" compatLnSpc="1"/>
          <a:lstStyle/>
          <a:p>
            <a:pPr lvl="0"/>
            <a:r>
              <a:rPr lang="zh-CN" altLang="zh-CN"/>
              <a:t>Click to edit Master title style</a:t>
            </a:r>
          </a:p>
        </p:txBody>
      </p:sp>
      <p:sp>
        <p:nvSpPr>
          <p:cNvPr id="8196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9611" y="1357314"/>
            <a:ext cx="8480778" cy="3495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2" tIns="40070" rIns="80142" bIns="40070" numCol="1" anchor="t" anchorCtr="0" compatLnSpc="1"/>
          <a:lstStyle/>
          <a:p>
            <a:pPr lvl="0"/>
            <a:r>
              <a:rPr lang="zh-CN" altLang="zh-CN"/>
              <a:t>Click to edit Master text styles</a:t>
            </a:r>
          </a:p>
          <a:p>
            <a:pPr lvl="1"/>
            <a:r>
              <a:rPr lang="zh-CN" altLang="zh-CN"/>
              <a:t>Second level</a:t>
            </a:r>
          </a:p>
          <a:p>
            <a:pPr lvl="2"/>
            <a:r>
              <a:rPr lang="zh-CN" altLang="zh-CN"/>
              <a:t>Third level</a:t>
            </a:r>
          </a:p>
          <a:p>
            <a:pPr lvl="3"/>
            <a:r>
              <a:rPr lang="zh-CN" altLang="zh-CN"/>
              <a:t>Fourth level</a:t>
            </a:r>
          </a:p>
          <a:p>
            <a:pPr lvl="4"/>
            <a:r>
              <a:rPr lang="zh-CN" altLang="zh-CN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j-lt"/>
          <a:ea typeface="华文细黑" panose="02010600040101010101" pitchFamily="2" charset="-122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华文细黑" panose="02010600040101010101" pitchFamily="2" charset="-122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–"/>
        <a:defRPr sz="1400">
          <a:solidFill>
            <a:schemeClr val="tx1"/>
          </a:solidFill>
          <a:latin typeface="+mn-lt"/>
          <a:ea typeface="华文细黑" panose="02010600040101010101" pitchFamily="2" charset="-122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5pPr>
      <a:lvl6pPr marL="25146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6pPr>
      <a:lvl7pPr marL="29718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7pPr>
      <a:lvl8pPr marL="3429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8pPr>
      <a:lvl9pPr marL="3886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78" descr="PPT胶片内页元素-4比3-目录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39611" y="271464"/>
            <a:ext cx="8480778" cy="7254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0064" rIns="80129" bIns="40064" numCol="1" anchor="ctr" anchorCtr="0" compatLnSpc="1"/>
          <a:lstStyle/>
          <a:p>
            <a:pPr lvl="0"/>
            <a:r>
              <a:rPr lang="zh-CN" altLang="zh-CN"/>
              <a:t>Click to edit Master title style</a:t>
            </a:r>
          </a:p>
        </p:txBody>
      </p:sp>
      <p:sp>
        <p:nvSpPr>
          <p:cNvPr id="9220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9611" y="1357314"/>
            <a:ext cx="8480778" cy="3495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2" tIns="40070" rIns="80142" bIns="40070" numCol="1" anchor="t" anchorCtr="0" compatLnSpc="1"/>
          <a:lstStyle/>
          <a:p>
            <a:pPr lvl="0"/>
            <a:r>
              <a:rPr lang="zh-CN" altLang="zh-CN"/>
              <a:t>Click to edit Master text styles</a:t>
            </a:r>
          </a:p>
          <a:p>
            <a:pPr lvl="1"/>
            <a:r>
              <a:rPr lang="zh-CN" altLang="zh-CN"/>
              <a:t>Second level</a:t>
            </a:r>
          </a:p>
          <a:p>
            <a:pPr lvl="2"/>
            <a:r>
              <a:rPr lang="zh-CN" altLang="zh-CN"/>
              <a:t>Third level</a:t>
            </a:r>
          </a:p>
          <a:p>
            <a:pPr lvl="3"/>
            <a:r>
              <a:rPr lang="zh-CN" altLang="zh-CN"/>
              <a:t>Fourth level</a:t>
            </a:r>
          </a:p>
          <a:p>
            <a:pPr lvl="4"/>
            <a:r>
              <a:rPr lang="zh-CN" altLang="zh-CN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j-lt"/>
          <a:ea typeface="华文细黑" panose="02010600040101010101" pitchFamily="2" charset="-122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华文细黑" panose="02010600040101010101" pitchFamily="2" charset="-122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–"/>
        <a:defRPr sz="1400">
          <a:solidFill>
            <a:schemeClr val="tx1"/>
          </a:solidFill>
          <a:latin typeface="+mn-lt"/>
          <a:ea typeface="华文细黑" panose="02010600040101010101" pitchFamily="2" charset="-122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5pPr>
      <a:lvl6pPr marL="25146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6pPr>
      <a:lvl7pPr marL="29718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7pPr>
      <a:lvl8pPr marL="3429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8pPr>
      <a:lvl9pPr marL="3886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8" descr="PPT胶片内页元素-4比3-目录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0160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39611" y="271464"/>
            <a:ext cx="8480778" cy="7254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0064" rIns="80129" bIns="40064" numCol="1" anchor="ctr" anchorCtr="0" compatLnSpc="1"/>
          <a:lstStyle/>
          <a:p>
            <a:pPr lvl="0"/>
            <a:r>
              <a:rPr lang="zh-CN" altLang="zh-CN"/>
              <a:t>Click to edit Master title style</a:t>
            </a:r>
          </a:p>
        </p:txBody>
      </p:sp>
      <p:sp>
        <p:nvSpPr>
          <p:cNvPr id="10244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9611" y="1357314"/>
            <a:ext cx="8480778" cy="3495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2" tIns="40070" rIns="80142" bIns="40070" numCol="1" anchor="t" anchorCtr="0" compatLnSpc="1"/>
          <a:lstStyle/>
          <a:p>
            <a:pPr lvl="0"/>
            <a:r>
              <a:rPr lang="zh-CN" altLang="zh-CN"/>
              <a:t>Click to edit Master text styles</a:t>
            </a:r>
          </a:p>
          <a:p>
            <a:pPr lvl="1"/>
            <a:r>
              <a:rPr lang="zh-CN" altLang="zh-CN"/>
              <a:t>Second level</a:t>
            </a:r>
          </a:p>
          <a:p>
            <a:pPr lvl="2"/>
            <a:r>
              <a:rPr lang="zh-CN" altLang="zh-CN"/>
              <a:t>Third level</a:t>
            </a:r>
          </a:p>
          <a:p>
            <a:pPr lvl="3"/>
            <a:r>
              <a:rPr lang="zh-CN" altLang="zh-CN"/>
              <a:t>Fourth level</a:t>
            </a:r>
          </a:p>
          <a:p>
            <a:pPr lvl="4"/>
            <a:r>
              <a:rPr lang="zh-CN" altLang="zh-CN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808080"/>
        </a:buClr>
        <a:buSzPct val="6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j-lt"/>
          <a:ea typeface="华文细黑" panose="02010600040101010101" pitchFamily="2" charset="-122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华文细黑" panose="02010600040101010101" pitchFamily="2" charset="-122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–"/>
        <a:defRPr sz="1400">
          <a:solidFill>
            <a:schemeClr val="tx1"/>
          </a:solidFill>
          <a:latin typeface="+mn-lt"/>
          <a:ea typeface="华文细黑" panose="02010600040101010101" pitchFamily="2" charset="-122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5pPr>
      <a:lvl6pPr marL="25146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6pPr>
      <a:lvl7pPr marL="29718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7pPr>
      <a:lvl8pPr marL="3429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8pPr>
      <a:lvl9pPr marL="3886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Wingdings" panose="05000000000000000000" pitchFamily="2" charset="2"/>
        <a:buChar char="~"/>
        <a:defRPr sz="1200">
          <a:solidFill>
            <a:schemeClr val="tx1"/>
          </a:solidFill>
          <a:latin typeface="+mn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7"/>
          <p:cNvSpPr>
            <a:spLocks noGrp="1"/>
          </p:cNvSpPr>
          <p:nvPr>
            <p:ph type="title"/>
          </p:nvPr>
        </p:nvSpPr>
        <p:spPr>
          <a:xfrm>
            <a:off x="558271" y="2"/>
            <a:ext cx="9042136" cy="8572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558271" y="936626"/>
            <a:ext cx="9042136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558271" y="857250"/>
            <a:ext cx="9042136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4501444" y="5200386"/>
            <a:ext cx="1157113" cy="1719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000000">
                  <a:lumMod val="50000"/>
                  <a:lumOff val="5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</p:nvPr>
        </p:nvSpPr>
        <p:spPr>
          <a:xfrm>
            <a:off x="558270" y="5200386"/>
            <a:ext cx="3450168" cy="1719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>
                  <a:lumMod val="50000"/>
                  <a:lumOff val="5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7175499" y="5200386"/>
            <a:ext cx="2424907" cy="1719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5DD3DB80-B894-403A-B48E-6FDC1A72010E}" type="slidenum">
              <a:rPr lang="zh-CN" altLang="en-US" smtClean="0">
                <a:solidFill>
                  <a:srgbClr val="000000">
                    <a:lumMod val="50000"/>
                    <a:lumOff val="50000"/>
                  </a:srgbClr>
                </a:solidFill>
                <a:latin typeface="Arial" panose="020B0604020202020204"/>
                <a:ea typeface="微软雅黑" panose="020B0503020204020204" charset="-122"/>
              </a:rPr>
              <a:t>‹#›</a:t>
            </a:fld>
            <a:endParaRPr lang="zh-CN" altLang="en-US">
              <a:solidFill>
                <a:srgbClr val="000000">
                  <a:lumMod val="50000"/>
                  <a:lumOff val="5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810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232323">
                  <a:tint val="75000"/>
                </a:srgbClr>
              </a:solidFill>
              <a:latin typeface="Calibri Light" panose="020F0302020204030204"/>
              <a:ea typeface="微软雅黑 Light" panose="020B0502040204020203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81000"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232323">
                  <a:tint val="75000"/>
                </a:srgbClr>
              </a:solidFill>
              <a:latin typeface="Calibri Light" panose="020F0302020204030204"/>
              <a:ea typeface="微软雅黑 Light" panose="020B0502040204020203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81000" fontAlgn="auto">
              <a:spcBef>
                <a:spcPts val="0"/>
              </a:spcBef>
              <a:spcAft>
                <a:spcPts val="0"/>
              </a:spcAft>
            </a:pPr>
            <a:fld id="{54EA38E6-9CFB-456B-B495-A795E1D8D79A}" type="slidenum">
              <a:rPr lang="zh-CN" altLang="en-US" smtClean="0">
                <a:solidFill>
                  <a:srgbClr val="232323">
                    <a:tint val="75000"/>
                  </a:srgbClr>
                </a:solidFill>
                <a:latin typeface="Calibri Light" panose="020F0302020204030204"/>
                <a:ea typeface="微软雅黑 Light" panose="020B0502040204020203" charset="-122"/>
              </a:rPr>
              <a:t>‹#›</a:t>
            </a:fld>
            <a:endParaRPr lang="zh-CN" altLang="en-US">
              <a:solidFill>
                <a:srgbClr val="232323">
                  <a:tint val="75000"/>
                </a:srgbClr>
              </a:solidFill>
              <a:latin typeface="Calibri Light" panose="020F0302020204030204"/>
              <a:ea typeface="微软雅黑 Light" panose="020B0502040204020203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762000" rtl="0" eaLnBrk="1" latinLnBrk="0" hangingPunct="1">
        <a:lnSpc>
          <a:spcPct val="90000"/>
        </a:lnSpc>
        <a:spcBef>
          <a:spcPct val="0"/>
        </a:spcBef>
        <a:buNone/>
        <a:defRPr sz="36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500" indent="-190500" algn="l" defTabSz="762000" rtl="0" eaLnBrk="1" latinLnBrk="0" hangingPunct="1">
        <a:lnSpc>
          <a:spcPct val="90000"/>
        </a:lnSpc>
        <a:spcBef>
          <a:spcPts val="835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190500" algn="l" defTabSz="76200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500" indent="-190500" algn="l" defTabSz="76200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3pPr>
      <a:lvl4pPr marL="1333500" indent="-190500" algn="l" defTabSz="76200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190500" algn="l" defTabSz="76200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500" indent="-190500" algn="l" defTabSz="76200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500" indent="-190500" algn="l" defTabSz="76200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500" indent="-190500" algn="l" defTabSz="76200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500" indent="-190500" algn="l" defTabSz="762000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5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7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8000" algn="l" defTabSz="7620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0.xml"/><Relationship Id="rId2" Type="http://schemas.openxmlformats.org/officeDocument/2006/relationships/tags" Target="../tags/tag1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ourse163.org/spoc/course/HDU-1459323161?tid=145977944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îṣliḓé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3851910" y="1457960"/>
            <a:ext cx="6308090" cy="17100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 fontAlgn="auto">
              <a:spcAft>
                <a:spcPts val="0"/>
              </a:spcAft>
              <a:buFontTx/>
            </a:pPr>
            <a:r>
              <a:rPr lang="zh-CN" sz="5000" dirty="0"/>
              <a:t>网络</a:t>
            </a:r>
            <a:r>
              <a:rPr lang="zh-CN" altLang="en-US" sz="5000" dirty="0"/>
              <a:t>空间</a:t>
            </a:r>
            <a:r>
              <a:rPr lang="zh-CN" sz="5000" dirty="0"/>
              <a:t>安全技术</a:t>
            </a:r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1471453" y="3467200"/>
            <a:ext cx="8229600" cy="9525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716F7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716F70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716F70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716F70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716F70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716F70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716F70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716F70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716F70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sz="2000" b="0" dirty="0">
                <a:solidFill>
                  <a:schemeClr val="bg1"/>
                </a:solidFill>
              </a:rPr>
              <a:t>杭州电子科技大学</a:t>
            </a:r>
          </a:p>
          <a:p>
            <a:pPr algn="r">
              <a:lnSpc>
                <a:spcPct val="150000"/>
              </a:lnSpc>
            </a:pPr>
            <a:r>
              <a:rPr lang="zh-CN" sz="2000" b="0" dirty="0">
                <a:solidFill>
                  <a:schemeClr val="bg1"/>
                </a:solidFill>
              </a:rPr>
              <a:t>网络空间安全学院</a:t>
            </a:r>
            <a:r>
              <a:rPr lang="en-US" altLang="zh-CN" sz="2000" b="0" dirty="0">
                <a:solidFill>
                  <a:schemeClr val="bg1"/>
                </a:solidFill>
              </a:rPr>
              <a:t>&amp;</a:t>
            </a:r>
            <a:r>
              <a:rPr lang="zh-CN" altLang="en-US" sz="2000" b="0" dirty="0">
                <a:solidFill>
                  <a:schemeClr val="bg1"/>
                </a:solidFill>
              </a:rPr>
              <a:t>浙江保密学院</a:t>
            </a:r>
          </a:p>
          <a:p>
            <a:pPr algn="r">
              <a:lnSpc>
                <a:spcPct val="150000"/>
              </a:lnSpc>
            </a:pPr>
            <a:r>
              <a:rPr lang="zh-CN" altLang="en-US" sz="2000" b="0" dirty="0">
                <a:solidFill>
                  <a:schemeClr val="bg1"/>
                </a:solidFill>
              </a:rPr>
              <a:t>陈黎丽</a:t>
            </a: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0" name="淘宝网chenying0907出品 9"/>
          <p:cNvCxnSpPr/>
          <p:nvPr/>
        </p:nvCxnSpPr>
        <p:spPr>
          <a:xfrm>
            <a:off x="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/>
          <p:cNvSpPr txBox="1"/>
          <p:nvPr/>
        </p:nvSpPr>
        <p:spPr>
          <a:xfrm>
            <a:off x="919018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01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  <p:cxnSp>
        <p:nvCxnSpPr>
          <p:cNvPr id="33" name="淘宝网chenying0907出品 32"/>
          <p:cNvCxnSpPr/>
          <p:nvPr/>
        </p:nvCxnSpPr>
        <p:spPr>
          <a:xfrm>
            <a:off x="1200967" y="922359"/>
            <a:ext cx="0" cy="3973286"/>
          </a:xfrm>
          <a:prstGeom prst="line">
            <a:avLst/>
          </a:prstGeom>
          <a:ln w="12700">
            <a:solidFill>
              <a:schemeClr val="tx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淘宝网chenying0907出品 51"/>
          <p:cNvGrpSpPr/>
          <p:nvPr/>
        </p:nvGrpSpPr>
        <p:grpSpPr>
          <a:xfrm>
            <a:off x="907476" y="1637284"/>
            <a:ext cx="597191" cy="597191"/>
            <a:chOff x="7237332" y="2549085"/>
            <a:chExt cx="716629" cy="716629"/>
          </a:xfrm>
        </p:grpSpPr>
        <p:sp>
          <p:nvSpPr>
            <p:cNvPr id="34" name="淘宝网chenying0907出品 33"/>
            <p:cNvSpPr/>
            <p:nvPr/>
          </p:nvSpPr>
          <p:spPr>
            <a:xfrm>
              <a:off x="7237332" y="2549085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7" name="淘宝网chenying0907出品 36"/>
            <p:cNvGrpSpPr/>
            <p:nvPr/>
          </p:nvGrpSpPr>
          <p:grpSpPr>
            <a:xfrm>
              <a:off x="7391460" y="2711558"/>
              <a:ext cx="367814" cy="367813"/>
              <a:chOff x="7270750" y="3786188"/>
              <a:chExt cx="825501" cy="825500"/>
            </a:xfrm>
          </p:grpSpPr>
          <p:sp>
            <p:nvSpPr>
              <p:cNvPr id="38" name="Oval 48"/>
              <p:cNvSpPr>
                <a:spLocks noChangeArrowheads="1"/>
              </p:cNvSpPr>
              <p:nvPr/>
            </p:nvSpPr>
            <p:spPr bwMode="auto">
              <a:xfrm>
                <a:off x="7777163" y="3786188"/>
                <a:ext cx="319088" cy="319088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39" name="Oval 49"/>
              <p:cNvSpPr>
                <a:spLocks noChangeArrowheads="1"/>
              </p:cNvSpPr>
              <p:nvPr/>
            </p:nvSpPr>
            <p:spPr bwMode="auto">
              <a:xfrm>
                <a:off x="7270750" y="4198938"/>
                <a:ext cx="266700" cy="265113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7789863" y="4398963"/>
                <a:ext cx="214313" cy="212725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1" name="Line 51"/>
              <p:cNvSpPr>
                <a:spLocks noChangeShapeType="1"/>
              </p:cNvSpPr>
              <p:nvPr/>
            </p:nvSpPr>
            <p:spPr bwMode="auto">
              <a:xfrm flipH="1" flipV="1">
                <a:off x="7524750" y="4384675"/>
                <a:ext cx="265113" cy="1063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2" name="Line 52"/>
              <p:cNvSpPr>
                <a:spLocks noChangeShapeType="1"/>
              </p:cNvSpPr>
              <p:nvPr/>
            </p:nvSpPr>
            <p:spPr bwMode="auto">
              <a:xfrm flipV="1">
                <a:off x="7510463" y="4052888"/>
                <a:ext cx="293688" cy="18573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1" name="淘宝网chenying0907出品 50"/>
          <p:cNvGrpSpPr/>
          <p:nvPr/>
        </p:nvGrpSpPr>
        <p:grpSpPr>
          <a:xfrm>
            <a:off x="907476" y="2785747"/>
            <a:ext cx="597191" cy="597191"/>
            <a:chOff x="7237332" y="3927241"/>
            <a:chExt cx="716629" cy="716629"/>
          </a:xfrm>
        </p:grpSpPr>
        <p:sp>
          <p:nvSpPr>
            <p:cNvPr id="35" name="淘宝网chenying0907出品 34"/>
            <p:cNvSpPr/>
            <p:nvPr/>
          </p:nvSpPr>
          <p:spPr>
            <a:xfrm>
              <a:off x="7237332" y="3927241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淘宝网chenying0907出品 42"/>
            <p:cNvGrpSpPr/>
            <p:nvPr/>
          </p:nvGrpSpPr>
          <p:grpSpPr>
            <a:xfrm>
              <a:off x="7375796" y="4088675"/>
              <a:ext cx="468008" cy="405787"/>
              <a:chOff x="3838575" y="2173288"/>
              <a:chExt cx="823913" cy="714375"/>
            </a:xfrm>
          </p:grpSpPr>
          <p:sp>
            <p:nvSpPr>
              <p:cNvPr id="44" name="Freeform 12"/>
              <p:cNvSpPr/>
              <p:nvPr/>
            </p:nvSpPr>
            <p:spPr bwMode="auto">
              <a:xfrm>
                <a:off x="3838575" y="2173288"/>
                <a:ext cx="823913" cy="714375"/>
              </a:xfrm>
              <a:custGeom>
                <a:avLst/>
                <a:gdLst>
                  <a:gd name="T0" fmla="*/ 18 w 248"/>
                  <a:gd name="T1" fmla="*/ 209 h 215"/>
                  <a:gd name="T2" fmla="*/ 79 w 248"/>
                  <a:gd name="T3" fmla="*/ 186 h 215"/>
                  <a:gd name="T4" fmla="*/ 89 w 248"/>
                  <a:gd name="T5" fmla="*/ 186 h 215"/>
                  <a:gd name="T6" fmla="*/ 159 w 248"/>
                  <a:gd name="T7" fmla="*/ 214 h 215"/>
                  <a:gd name="T8" fmla="*/ 169 w 248"/>
                  <a:gd name="T9" fmla="*/ 214 h 215"/>
                  <a:gd name="T10" fmla="*/ 240 w 248"/>
                  <a:gd name="T11" fmla="*/ 187 h 215"/>
                  <a:gd name="T12" fmla="*/ 248 w 248"/>
                  <a:gd name="T13" fmla="*/ 175 h 215"/>
                  <a:gd name="T14" fmla="*/ 248 w 248"/>
                  <a:gd name="T15" fmla="*/ 19 h 215"/>
                  <a:gd name="T16" fmla="*/ 230 w 248"/>
                  <a:gd name="T17" fmla="*/ 7 h 215"/>
                  <a:gd name="T18" fmla="*/ 169 w 248"/>
                  <a:gd name="T19" fmla="*/ 30 h 215"/>
                  <a:gd name="T20" fmla="*/ 159 w 248"/>
                  <a:gd name="T21" fmla="*/ 30 h 215"/>
                  <a:gd name="T22" fmla="*/ 89 w 248"/>
                  <a:gd name="T23" fmla="*/ 2 h 215"/>
                  <a:gd name="T24" fmla="*/ 79 w 248"/>
                  <a:gd name="T25" fmla="*/ 2 h 215"/>
                  <a:gd name="T26" fmla="*/ 8 w 248"/>
                  <a:gd name="T27" fmla="*/ 29 h 215"/>
                  <a:gd name="T28" fmla="*/ 0 w 248"/>
                  <a:gd name="T29" fmla="*/ 41 h 215"/>
                  <a:gd name="T30" fmla="*/ 0 w 248"/>
                  <a:gd name="T31" fmla="*/ 197 h 215"/>
                  <a:gd name="T32" fmla="*/ 18 w 248"/>
                  <a:gd name="T33" fmla="*/ 209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8" h="215">
                    <a:moveTo>
                      <a:pt x="18" y="209"/>
                    </a:moveTo>
                    <a:cubicBezTo>
                      <a:pt x="79" y="186"/>
                      <a:pt x="79" y="186"/>
                      <a:pt x="79" y="186"/>
                    </a:cubicBezTo>
                    <a:cubicBezTo>
                      <a:pt x="82" y="184"/>
                      <a:pt x="86" y="185"/>
                      <a:pt x="89" y="186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2" y="215"/>
                      <a:pt x="166" y="215"/>
                      <a:pt x="169" y="214"/>
                    </a:cubicBezTo>
                    <a:cubicBezTo>
                      <a:pt x="240" y="187"/>
                      <a:pt x="240" y="187"/>
                      <a:pt x="240" y="187"/>
                    </a:cubicBezTo>
                    <a:cubicBezTo>
                      <a:pt x="245" y="185"/>
                      <a:pt x="248" y="180"/>
                      <a:pt x="248" y="175"/>
                    </a:cubicBezTo>
                    <a:cubicBezTo>
                      <a:pt x="248" y="19"/>
                      <a:pt x="248" y="19"/>
                      <a:pt x="248" y="19"/>
                    </a:cubicBezTo>
                    <a:cubicBezTo>
                      <a:pt x="248" y="10"/>
                      <a:pt x="239" y="3"/>
                      <a:pt x="230" y="7"/>
                    </a:cubicBezTo>
                    <a:cubicBezTo>
                      <a:pt x="169" y="30"/>
                      <a:pt x="169" y="30"/>
                      <a:pt x="169" y="30"/>
                    </a:cubicBezTo>
                    <a:cubicBezTo>
                      <a:pt x="166" y="31"/>
                      <a:pt x="162" y="31"/>
                      <a:pt x="159" y="30"/>
                    </a:cubicBezTo>
                    <a:cubicBezTo>
                      <a:pt x="89" y="2"/>
                      <a:pt x="89" y="2"/>
                      <a:pt x="89" y="2"/>
                    </a:cubicBezTo>
                    <a:cubicBezTo>
                      <a:pt x="86" y="1"/>
                      <a:pt x="82" y="0"/>
                      <a:pt x="79" y="2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3" y="31"/>
                      <a:pt x="0" y="35"/>
                      <a:pt x="0" y="41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206"/>
                      <a:pt x="9" y="212"/>
                      <a:pt x="18" y="209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5" name="Line 13"/>
              <p:cNvSpPr>
                <a:spLocks noChangeShapeType="1"/>
              </p:cNvSpPr>
              <p:nvPr/>
            </p:nvSpPr>
            <p:spPr bwMode="auto">
              <a:xfrm>
                <a:off x="4117975" y="2182813"/>
                <a:ext cx="0" cy="6016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6" name="Line 14"/>
              <p:cNvSpPr>
                <a:spLocks noChangeShapeType="1"/>
              </p:cNvSpPr>
              <p:nvPr/>
            </p:nvSpPr>
            <p:spPr bwMode="auto">
              <a:xfrm>
                <a:off x="4383088" y="2279650"/>
                <a:ext cx="0" cy="59848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0" name="淘宝网chenying0907出品 49"/>
          <p:cNvGrpSpPr/>
          <p:nvPr/>
        </p:nvGrpSpPr>
        <p:grpSpPr>
          <a:xfrm>
            <a:off x="907476" y="3887095"/>
            <a:ext cx="597191" cy="597191"/>
            <a:chOff x="7237332" y="5248859"/>
            <a:chExt cx="716629" cy="716629"/>
          </a:xfrm>
        </p:grpSpPr>
        <p:sp>
          <p:nvSpPr>
            <p:cNvPr id="36" name="淘宝网chenying0907出品 35"/>
            <p:cNvSpPr/>
            <p:nvPr/>
          </p:nvSpPr>
          <p:spPr>
            <a:xfrm>
              <a:off x="7237332" y="5248859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7" name="淘宝网chenying0907出品 46"/>
            <p:cNvGrpSpPr/>
            <p:nvPr/>
          </p:nvGrpSpPr>
          <p:grpSpPr>
            <a:xfrm>
              <a:off x="7362671" y="5371212"/>
              <a:ext cx="481134" cy="482061"/>
              <a:chOff x="7080367" y="3582376"/>
              <a:chExt cx="823913" cy="825500"/>
            </a:xfrm>
          </p:grpSpPr>
          <p:sp>
            <p:nvSpPr>
              <p:cNvPr id="48" name="Freeform 51"/>
              <p:cNvSpPr/>
              <p:nvPr/>
            </p:nvSpPr>
            <p:spPr bwMode="auto">
              <a:xfrm>
                <a:off x="7080367" y="3582376"/>
                <a:ext cx="823913" cy="825500"/>
              </a:xfrm>
              <a:custGeom>
                <a:avLst/>
                <a:gdLst>
                  <a:gd name="T0" fmla="*/ 112 w 248"/>
                  <a:gd name="T1" fmla="*/ 0 h 248"/>
                  <a:gd name="T2" fmla="*/ 100 w 248"/>
                  <a:gd name="T3" fmla="*/ 27 h 248"/>
                  <a:gd name="T4" fmla="*/ 83 w 248"/>
                  <a:gd name="T5" fmla="*/ 42 h 248"/>
                  <a:gd name="T6" fmla="*/ 60 w 248"/>
                  <a:gd name="T7" fmla="*/ 28 h 248"/>
                  <a:gd name="T8" fmla="*/ 28 w 248"/>
                  <a:gd name="T9" fmla="*/ 44 h 248"/>
                  <a:gd name="T10" fmla="*/ 39 w 248"/>
                  <a:gd name="T11" fmla="*/ 71 h 248"/>
                  <a:gd name="T12" fmla="*/ 39 w 248"/>
                  <a:gd name="T13" fmla="*/ 92 h 248"/>
                  <a:gd name="T14" fmla="*/ 12 w 248"/>
                  <a:gd name="T15" fmla="*/ 100 h 248"/>
                  <a:gd name="T16" fmla="*/ 0 w 248"/>
                  <a:gd name="T17" fmla="*/ 136 h 248"/>
                  <a:gd name="T18" fmla="*/ 27 w 248"/>
                  <a:gd name="T19" fmla="*/ 148 h 248"/>
                  <a:gd name="T20" fmla="*/ 42 w 248"/>
                  <a:gd name="T21" fmla="*/ 165 h 248"/>
                  <a:gd name="T22" fmla="*/ 28 w 248"/>
                  <a:gd name="T23" fmla="*/ 188 h 248"/>
                  <a:gd name="T24" fmla="*/ 44 w 248"/>
                  <a:gd name="T25" fmla="*/ 220 h 248"/>
                  <a:gd name="T26" fmla="*/ 71 w 248"/>
                  <a:gd name="T27" fmla="*/ 209 h 248"/>
                  <a:gd name="T28" fmla="*/ 92 w 248"/>
                  <a:gd name="T29" fmla="*/ 209 h 248"/>
                  <a:gd name="T30" fmla="*/ 100 w 248"/>
                  <a:gd name="T31" fmla="*/ 236 h 248"/>
                  <a:gd name="T32" fmla="*/ 124 w 248"/>
                  <a:gd name="T33" fmla="*/ 248 h 248"/>
                  <a:gd name="T34" fmla="*/ 148 w 248"/>
                  <a:gd name="T35" fmla="*/ 236 h 248"/>
                  <a:gd name="T36" fmla="*/ 156 w 248"/>
                  <a:gd name="T37" fmla="*/ 209 h 248"/>
                  <a:gd name="T38" fmla="*/ 177 w 248"/>
                  <a:gd name="T39" fmla="*/ 209 h 248"/>
                  <a:gd name="T40" fmla="*/ 204 w 248"/>
                  <a:gd name="T41" fmla="*/ 220 h 248"/>
                  <a:gd name="T42" fmla="*/ 220 w 248"/>
                  <a:gd name="T43" fmla="*/ 188 h 248"/>
                  <a:gd name="T44" fmla="*/ 206 w 248"/>
                  <a:gd name="T45" fmla="*/ 165 h 248"/>
                  <a:gd name="T46" fmla="*/ 221 w 248"/>
                  <a:gd name="T47" fmla="*/ 148 h 248"/>
                  <a:gd name="T48" fmla="*/ 248 w 248"/>
                  <a:gd name="T49" fmla="*/ 136 h 248"/>
                  <a:gd name="T50" fmla="*/ 236 w 248"/>
                  <a:gd name="T51" fmla="*/ 100 h 248"/>
                  <a:gd name="T52" fmla="*/ 209 w 248"/>
                  <a:gd name="T53" fmla="*/ 92 h 248"/>
                  <a:gd name="T54" fmla="*/ 209 w 248"/>
                  <a:gd name="T55" fmla="*/ 71 h 248"/>
                  <a:gd name="T56" fmla="*/ 220 w 248"/>
                  <a:gd name="T57" fmla="*/ 44 h 248"/>
                  <a:gd name="T58" fmla="*/ 188 w 248"/>
                  <a:gd name="T59" fmla="*/ 28 h 248"/>
                  <a:gd name="T60" fmla="*/ 165 w 248"/>
                  <a:gd name="T61" fmla="*/ 42 h 248"/>
                  <a:gd name="T62" fmla="*/ 148 w 248"/>
                  <a:gd name="T63" fmla="*/ 27 h 248"/>
                  <a:gd name="T64" fmla="*/ 136 w 248"/>
                  <a:gd name="T65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8" h="248">
                    <a:moveTo>
                      <a:pt x="124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5" y="0"/>
                      <a:pt x="100" y="5"/>
                      <a:pt x="100" y="12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33"/>
                      <a:pt x="97" y="37"/>
                      <a:pt x="92" y="39"/>
                    </a:cubicBezTo>
                    <a:cubicBezTo>
                      <a:pt x="83" y="42"/>
                      <a:pt x="83" y="42"/>
                      <a:pt x="83" y="42"/>
                    </a:cubicBezTo>
                    <a:cubicBezTo>
                      <a:pt x="79" y="43"/>
                      <a:pt x="74" y="42"/>
                      <a:pt x="71" y="39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56" y="24"/>
                      <a:pt x="48" y="24"/>
                      <a:pt x="44" y="28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4" y="48"/>
                      <a:pt x="24" y="56"/>
                      <a:pt x="28" y="60"/>
                    </a:cubicBezTo>
                    <a:cubicBezTo>
                      <a:pt x="39" y="71"/>
                      <a:pt x="39" y="71"/>
                      <a:pt x="39" y="71"/>
                    </a:cubicBezTo>
                    <a:cubicBezTo>
                      <a:pt x="42" y="74"/>
                      <a:pt x="43" y="79"/>
                      <a:pt x="42" y="8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7" y="97"/>
                      <a:pt x="33" y="100"/>
                      <a:pt x="27" y="100"/>
                    </a:cubicBezTo>
                    <a:cubicBezTo>
                      <a:pt x="12" y="100"/>
                      <a:pt x="12" y="100"/>
                      <a:pt x="12" y="100"/>
                    </a:cubicBezTo>
                    <a:cubicBezTo>
                      <a:pt x="5" y="100"/>
                      <a:pt x="0" y="105"/>
                      <a:pt x="0" y="112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43"/>
                      <a:pt x="5" y="148"/>
                      <a:pt x="12" y="148"/>
                    </a:cubicBezTo>
                    <a:cubicBezTo>
                      <a:pt x="27" y="148"/>
                      <a:pt x="27" y="148"/>
                      <a:pt x="27" y="148"/>
                    </a:cubicBezTo>
                    <a:cubicBezTo>
                      <a:pt x="33" y="148"/>
                      <a:pt x="37" y="151"/>
                      <a:pt x="39" y="156"/>
                    </a:cubicBezTo>
                    <a:cubicBezTo>
                      <a:pt x="42" y="165"/>
                      <a:pt x="42" y="165"/>
                      <a:pt x="42" y="165"/>
                    </a:cubicBezTo>
                    <a:cubicBezTo>
                      <a:pt x="43" y="169"/>
                      <a:pt x="42" y="174"/>
                      <a:pt x="39" y="177"/>
                    </a:cubicBezTo>
                    <a:cubicBezTo>
                      <a:pt x="28" y="188"/>
                      <a:pt x="28" y="188"/>
                      <a:pt x="28" y="188"/>
                    </a:cubicBezTo>
                    <a:cubicBezTo>
                      <a:pt x="24" y="192"/>
                      <a:pt x="24" y="200"/>
                      <a:pt x="28" y="204"/>
                    </a:cubicBezTo>
                    <a:cubicBezTo>
                      <a:pt x="44" y="220"/>
                      <a:pt x="44" y="220"/>
                      <a:pt x="44" y="220"/>
                    </a:cubicBezTo>
                    <a:cubicBezTo>
                      <a:pt x="48" y="224"/>
                      <a:pt x="56" y="224"/>
                      <a:pt x="60" y="220"/>
                    </a:cubicBezTo>
                    <a:cubicBezTo>
                      <a:pt x="71" y="209"/>
                      <a:pt x="71" y="209"/>
                      <a:pt x="71" y="209"/>
                    </a:cubicBezTo>
                    <a:cubicBezTo>
                      <a:pt x="74" y="206"/>
                      <a:pt x="79" y="205"/>
                      <a:pt x="83" y="206"/>
                    </a:cubicBezTo>
                    <a:cubicBezTo>
                      <a:pt x="92" y="209"/>
                      <a:pt x="92" y="209"/>
                      <a:pt x="92" y="209"/>
                    </a:cubicBezTo>
                    <a:cubicBezTo>
                      <a:pt x="97" y="211"/>
                      <a:pt x="100" y="215"/>
                      <a:pt x="100" y="221"/>
                    </a:cubicBezTo>
                    <a:cubicBezTo>
                      <a:pt x="100" y="236"/>
                      <a:pt x="100" y="236"/>
                      <a:pt x="100" y="236"/>
                    </a:cubicBezTo>
                    <a:cubicBezTo>
                      <a:pt x="100" y="243"/>
                      <a:pt x="105" y="248"/>
                      <a:pt x="112" y="248"/>
                    </a:cubicBezTo>
                    <a:cubicBezTo>
                      <a:pt x="124" y="248"/>
                      <a:pt x="124" y="248"/>
                      <a:pt x="124" y="248"/>
                    </a:cubicBezTo>
                    <a:cubicBezTo>
                      <a:pt x="136" y="248"/>
                      <a:pt x="136" y="248"/>
                      <a:pt x="136" y="248"/>
                    </a:cubicBezTo>
                    <a:cubicBezTo>
                      <a:pt x="143" y="248"/>
                      <a:pt x="148" y="243"/>
                      <a:pt x="148" y="236"/>
                    </a:cubicBezTo>
                    <a:cubicBezTo>
                      <a:pt x="148" y="221"/>
                      <a:pt x="148" y="221"/>
                      <a:pt x="148" y="221"/>
                    </a:cubicBezTo>
                    <a:cubicBezTo>
                      <a:pt x="148" y="215"/>
                      <a:pt x="151" y="211"/>
                      <a:pt x="156" y="209"/>
                    </a:cubicBezTo>
                    <a:cubicBezTo>
                      <a:pt x="165" y="206"/>
                      <a:pt x="165" y="206"/>
                      <a:pt x="165" y="206"/>
                    </a:cubicBezTo>
                    <a:cubicBezTo>
                      <a:pt x="169" y="205"/>
                      <a:pt x="174" y="206"/>
                      <a:pt x="177" y="209"/>
                    </a:cubicBezTo>
                    <a:cubicBezTo>
                      <a:pt x="188" y="220"/>
                      <a:pt x="188" y="220"/>
                      <a:pt x="188" y="220"/>
                    </a:cubicBezTo>
                    <a:cubicBezTo>
                      <a:pt x="192" y="224"/>
                      <a:pt x="200" y="224"/>
                      <a:pt x="204" y="220"/>
                    </a:cubicBezTo>
                    <a:cubicBezTo>
                      <a:pt x="220" y="204"/>
                      <a:pt x="220" y="204"/>
                      <a:pt x="220" y="204"/>
                    </a:cubicBezTo>
                    <a:cubicBezTo>
                      <a:pt x="224" y="200"/>
                      <a:pt x="224" y="192"/>
                      <a:pt x="220" y="188"/>
                    </a:cubicBezTo>
                    <a:cubicBezTo>
                      <a:pt x="209" y="177"/>
                      <a:pt x="209" y="177"/>
                      <a:pt x="209" y="177"/>
                    </a:cubicBezTo>
                    <a:cubicBezTo>
                      <a:pt x="206" y="174"/>
                      <a:pt x="205" y="169"/>
                      <a:pt x="206" y="165"/>
                    </a:cubicBezTo>
                    <a:cubicBezTo>
                      <a:pt x="209" y="156"/>
                      <a:pt x="209" y="156"/>
                      <a:pt x="209" y="156"/>
                    </a:cubicBezTo>
                    <a:cubicBezTo>
                      <a:pt x="211" y="151"/>
                      <a:pt x="215" y="148"/>
                      <a:pt x="221" y="148"/>
                    </a:cubicBezTo>
                    <a:cubicBezTo>
                      <a:pt x="236" y="148"/>
                      <a:pt x="236" y="148"/>
                      <a:pt x="236" y="148"/>
                    </a:cubicBezTo>
                    <a:cubicBezTo>
                      <a:pt x="243" y="148"/>
                      <a:pt x="248" y="143"/>
                      <a:pt x="248" y="136"/>
                    </a:cubicBezTo>
                    <a:cubicBezTo>
                      <a:pt x="248" y="112"/>
                      <a:pt x="248" y="112"/>
                      <a:pt x="248" y="112"/>
                    </a:cubicBezTo>
                    <a:cubicBezTo>
                      <a:pt x="248" y="105"/>
                      <a:pt x="243" y="100"/>
                      <a:pt x="236" y="100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15" y="100"/>
                      <a:pt x="211" y="97"/>
                      <a:pt x="209" y="92"/>
                    </a:cubicBezTo>
                    <a:cubicBezTo>
                      <a:pt x="206" y="83"/>
                      <a:pt x="206" y="83"/>
                      <a:pt x="206" y="83"/>
                    </a:cubicBezTo>
                    <a:cubicBezTo>
                      <a:pt x="205" y="79"/>
                      <a:pt x="206" y="74"/>
                      <a:pt x="209" y="71"/>
                    </a:cubicBezTo>
                    <a:cubicBezTo>
                      <a:pt x="220" y="60"/>
                      <a:pt x="220" y="60"/>
                      <a:pt x="220" y="60"/>
                    </a:cubicBezTo>
                    <a:cubicBezTo>
                      <a:pt x="224" y="56"/>
                      <a:pt x="224" y="48"/>
                      <a:pt x="220" y="44"/>
                    </a:cubicBezTo>
                    <a:cubicBezTo>
                      <a:pt x="204" y="28"/>
                      <a:pt x="204" y="28"/>
                      <a:pt x="204" y="28"/>
                    </a:cubicBezTo>
                    <a:cubicBezTo>
                      <a:pt x="200" y="24"/>
                      <a:pt x="192" y="24"/>
                      <a:pt x="188" y="28"/>
                    </a:cubicBezTo>
                    <a:cubicBezTo>
                      <a:pt x="177" y="39"/>
                      <a:pt x="177" y="39"/>
                      <a:pt x="177" y="39"/>
                    </a:cubicBezTo>
                    <a:cubicBezTo>
                      <a:pt x="174" y="42"/>
                      <a:pt x="169" y="43"/>
                      <a:pt x="165" y="42"/>
                    </a:cubicBezTo>
                    <a:cubicBezTo>
                      <a:pt x="156" y="39"/>
                      <a:pt x="156" y="39"/>
                      <a:pt x="156" y="39"/>
                    </a:cubicBezTo>
                    <a:cubicBezTo>
                      <a:pt x="151" y="37"/>
                      <a:pt x="148" y="33"/>
                      <a:pt x="148" y="27"/>
                    </a:cubicBezTo>
                    <a:cubicBezTo>
                      <a:pt x="148" y="12"/>
                      <a:pt x="148" y="12"/>
                      <a:pt x="148" y="12"/>
                    </a:cubicBezTo>
                    <a:cubicBezTo>
                      <a:pt x="148" y="5"/>
                      <a:pt x="143" y="0"/>
                      <a:pt x="136" y="0"/>
                    </a:cubicBezTo>
                    <a:lnTo>
                      <a:pt x="124" y="0"/>
                    </a:ln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9" name="Freeform 52"/>
              <p:cNvSpPr/>
              <p:nvPr/>
            </p:nvSpPr>
            <p:spPr bwMode="auto">
              <a:xfrm>
                <a:off x="7402629" y="3904639"/>
                <a:ext cx="179388" cy="179388"/>
              </a:xfrm>
              <a:custGeom>
                <a:avLst/>
                <a:gdLst>
                  <a:gd name="T0" fmla="*/ 50 w 54"/>
                  <a:gd name="T1" fmla="*/ 32 h 54"/>
                  <a:gd name="T2" fmla="*/ 22 w 54"/>
                  <a:gd name="T3" fmla="*/ 4 h 54"/>
                  <a:gd name="T4" fmla="*/ 4 w 54"/>
                  <a:gd name="T5" fmla="*/ 22 h 54"/>
                  <a:gd name="T6" fmla="*/ 32 w 54"/>
                  <a:gd name="T7" fmla="*/ 50 h 54"/>
                  <a:gd name="T8" fmla="*/ 50 w 54"/>
                  <a:gd name="T9" fmla="*/ 3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50" y="32"/>
                    </a:moveTo>
                    <a:cubicBezTo>
                      <a:pt x="54" y="15"/>
                      <a:pt x="39" y="0"/>
                      <a:pt x="22" y="4"/>
                    </a:cubicBezTo>
                    <a:cubicBezTo>
                      <a:pt x="13" y="6"/>
                      <a:pt x="6" y="13"/>
                      <a:pt x="4" y="22"/>
                    </a:cubicBezTo>
                    <a:cubicBezTo>
                      <a:pt x="0" y="39"/>
                      <a:pt x="15" y="54"/>
                      <a:pt x="32" y="50"/>
                    </a:cubicBezTo>
                    <a:cubicBezTo>
                      <a:pt x="41" y="48"/>
                      <a:pt x="48" y="41"/>
                      <a:pt x="50" y="32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4606382" y="317497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课程描述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00250" y="1751330"/>
            <a:ext cx="78378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fontAlgn="auto" hangingPunct="1"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《网络空间安全技术》是网络空间安全/网络工程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专业的核心课程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24934" y="4115435"/>
            <a:ext cx="77131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Aft>
                <a:spcPts val="0"/>
              </a:spcAft>
              <a:buClrTx/>
              <a:buSzTx/>
            </a:pP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是进入网络安全领域的支撑课程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68716" y="2737485"/>
            <a:ext cx="716578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 fontAlgn="auto" hangingPunct="1">
              <a:spcAft>
                <a:spcPts val="0"/>
              </a:spcAft>
              <a:buClrTx/>
              <a:buSzTx/>
            </a:pP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课程内容涵盖面广（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网络安全技术基础、网络攻击技术、网络防护技术，无线网络安全等），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技术更新迅速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0" name="淘宝网chenying0907出品 9"/>
          <p:cNvCxnSpPr/>
          <p:nvPr/>
        </p:nvCxnSpPr>
        <p:spPr>
          <a:xfrm>
            <a:off x="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/>
          <p:cNvSpPr txBox="1"/>
          <p:nvPr/>
        </p:nvSpPr>
        <p:spPr>
          <a:xfrm>
            <a:off x="919018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02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  <p:cxnSp>
        <p:nvCxnSpPr>
          <p:cNvPr id="33" name="淘宝网chenying0907出品 32"/>
          <p:cNvCxnSpPr/>
          <p:nvPr/>
        </p:nvCxnSpPr>
        <p:spPr>
          <a:xfrm>
            <a:off x="1658167" y="922359"/>
            <a:ext cx="0" cy="3973286"/>
          </a:xfrm>
          <a:prstGeom prst="line">
            <a:avLst/>
          </a:prstGeom>
          <a:ln w="12700">
            <a:solidFill>
              <a:schemeClr val="tx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淘宝网chenying0907出品 51"/>
          <p:cNvGrpSpPr/>
          <p:nvPr/>
        </p:nvGrpSpPr>
        <p:grpSpPr>
          <a:xfrm>
            <a:off x="1364676" y="1637284"/>
            <a:ext cx="597191" cy="597191"/>
            <a:chOff x="7237332" y="2549085"/>
            <a:chExt cx="716629" cy="716629"/>
          </a:xfrm>
        </p:grpSpPr>
        <p:sp>
          <p:nvSpPr>
            <p:cNvPr id="34" name="淘宝网chenying0907出品 33"/>
            <p:cNvSpPr/>
            <p:nvPr/>
          </p:nvSpPr>
          <p:spPr>
            <a:xfrm>
              <a:off x="7237332" y="2549085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7" name="淘宝网chenying0907出品 36"/>
            <p:cNvGrpSpPr/>
            <p:nvPr/>
          </p:nvGrpSpPr>
          <p:grpSpPr>
            <a:xfrm>
              <a:off x="7391460" y="2711558"/>
              <a:ext cx="367814" cy="367813"/>
              <a:chOff x="7270750" y="3786188"/>
              <a:chExt cx="825501" cy="825500"/>
            </a:xfrm>
          </p:grpSpPr>
          <p:sp>
            <p:nvSpPr>
              <p:cNvPr id="38" name="Oval 48"/>
              <p:cNvSpPr>
                <a:spLocks noChangeArrowheads="1"/>
              </p:cNvSpPr>
              <p:nvPr/>
            </p:nvSpPr>
            <p:spPr bwMode="auto">
              <a:xfrm>
                <a:off x="7777163" y="3786188"/>
                <a:ext cx="319088" cy="319088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39" name="Oval 49"/>
              <p:cNvSpPr>
                <a:spLocks noChangeArrowheads="1"/>
              </p:cNvSpPr>
              <p:nvPr/>
            </p:nvSpPr>
            <p:spPr bwMode="auto">
              <a:xfrm>
                <a:off x="7270750" y="4198938"/>
                <a:ext cx="266700" cy="265113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7789863" y="4398963"/>
                <a:ext cx="214313" cy="212725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1" name="Line 51"/>
              <p:cNvSpPr>
                <a:spLocks noChangeShapeType="1"/>
              </p:cNvSpPr>
              <p:nvPr/>
            </p:nvSpPr>
            <p:spPr bwMode="auto">
              <a:xfrm flipH="1" flipV="1">
                <a:off x="7524750" y="4384675"/>
                <a:ext cx="265113" cy="1063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2" name="Line 52"/>
              <p:cNvSpPr>
                <a:spLocks noChangeShapeType="1"/>
              </p:cNvSpPr>
              <p:nvPr/>
            </p:nvSpPr>
            <p:spPr bwMode="auto">
              <a:xfrm flipV="1">
                <a:off x="7510463" y="4052888"/>
                <a:ext cx="293688" cy="18573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1" name="淘宝网chenying0907出品 50"/>
          <p:cNvGrpSpPr/>
          <p:nvPr/>
        </p:nvGrpSpPr>
        <p:grpSpPr>
          <a:xfrm>
            <a:off x="1364676" y="2785747"/>
            <a:ext cx="597191" cy="597191"/>
            <a:chOff x="7237332" y="3927241"/>
            <a:chExt cx="716629" cy="716629"/>
          </a:xfrm>
        </p:grpSpPr>
        <p:sp>
          <p:nvSpPr>
            <p:cNvPr id="35" name="淘宝网chenying0907出品 34"/>
            <p:cNvSpPr/>
            <p:nvPr/>
          </p:nvSpPr>
          <p:spPr>
            <a:xfrm>
              <a:off x="7237332" y="3927241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淘宝网chenying0907出品 42"/>
            <p:cNvGrpSpPr/>
            <p:nvPr/>
          </p:nvGrpSpPr>
          <p:grpSpPr>
            <a:xfrm>
              <a:off x="7375796" y="4088675"/>
              <a:ext cx="468008" cy="405787"/>
              <a:chOff x="3838575" y="2173288"/>
              <a:chExt cx="823913" cy="714375"/>
            </a:xfrm>
          </p:grpSpPr>
          <p:sp>
            <p:nvSpPr>
              <p:cNvPr id="44" name="Freeform 12"/>
              <p:cNvSpPr/>
              <p:nvPr/>
            </p:nvSpPr>
            <p:spPr bwMode="auto">
              <a:xfrm>
                <a:off x="3838575" y="2173288"/>
                <a:ext cx="823913" cy="714375"/>
              </a:xfrm>
              <a:custGeom>
                <a:avLst/>
                <a:gdLst>
                  <a:gd name="T0" fmla="*/ 18 w 248"/>
                  <a:gd name="T1" fmla="*/ 209 h 215"/>
                  <a:gd name="T2" fmla="*/ 79 w 248"/>
                  <a:gd name="T3" fmla="*/ 186 h 215"/>
                  <a:gd name="T4" fmla="*/ 89 w 248"/>
                  <a:gd name="T5" fmla="*/ 186 h 215"/>
                  <a:gd name="T6" fmla="*/ 159 w 248"/>
                  <a:gd name="T7" fmla="*/ 214 h 215"/>
                  <a:gd name="T8" fmla="*/ 169 w 248"/>
                  <a:gd name="T9" fmla="*/ 214 h 215"/>
                  <a:gd name="T10" fmla="*/ 240 w 248"/>
                  <a:gd name="T11" fmla="*/ 187 h 215"/>
                  <a:gd name="T12" fmla="*/ 248 w 248"/>
                  <a:gd name="T13" fmla="*/ 175 h 215"/>
                  <a:gd name="T14" fmla="*/ 248 w 248"/>
                  <a:gd name="T15" fmla="*/ 19 h 215"/>
                  <a:gd name="T16" fmla="*/ 230 w 248"/>
                  <a:gd name="T17" fmla="*/ 7 h 215"/>
                  <a:gd name="T18" fmla="*/ 169 w 248"/>
                  <a:gd name="T19" fmla="*/ 30 h 215"/>
                  <a:gd name="T20" fmla="*/ 159 w 248"/>
                  <a:gd name="T21" fmla="*/ 30 h 215"/>
                  <a:gd name="T22" fmla="*/ 89 w 248"/>
                  <a:gd name="T23" fmla="*/ 2 h 215"/>
                  <a:gd name="T24" fmla="*/ 79 w 248"/>
                  <a:gd name="T25" fmla="*/ 2 h 215"/>
                  <a:gd name="T26" fmla="*/ 8 w 248"/>
                  <a:gd name="T27" fmla="*/ 29 h 215"/>
                  <a:gd name="T28" fmla="*/ 0 w 248"/>
                  <a:gd name="T29" fmla="*/ 41 h 215"/>
                  <a:gd name="T30" fmla="*/ 0 w 248"/>
                  <a:gd name="T31" fmla="*/ 197 h 215"/>
                  <a:gd name="T32" fmla="*/ 18 w 248"/>
                  <a:gd name="T33" fmla="*/ 209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8" h="215">
                    <a:moveTo>
                      <a:pt x="18" y="209"/>
                    </a:moveTo>
                    <a:cubicBezTo>
                      <a:pt x="79" y="186"/>
                      <a:pt x="79" y="186"/>
                      <a:pt x="79" y="186"/>
                    </a:cubicBezTo>
                    <a:cubicBezTo>
                      <a:pt x="82" y="184"/>
                      <a:pt x="86" y="185"/>
                      <a:pt x="89" y="186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2" y="215"/>
                      <a:pt x="166" y="215"/>
                      <a:pt x="169" y="214"/>
                    </a:cubicBezTo>
                    <a:cubicBezTo>
                      <a:pt x="240" y="187"/>
                      <a:pt x="240" y="187"/>
                      <a:pt x="240" y="187"/>
                    </a:cubicBezTo>
                    <a:cubicBezTo>
                      <a:pt x="245" y="185"/>
                      <a:pt x="248" y="180"/>
                      <a:pt x="248" y="175"/>
                    </a:cubicBezTo>
                    <a:cubicBezTo>
                      <a:pt x="248" y="19"/>
                      <a:pt x="248" y="19"/>
                      <a:pt x="248" y="19"/>
                    </a:cubicBezTo>
                    <a:cubicBezTo>
                      <a:pt x="248" y="10"/>
                      <a:pt x="239" y="3"/>
                      <a:pt x="230" y="7"/>
                    </a:cubicBezTo>
                    <a:cubicBezTo>
                      <a:pt x="169" y="30"/>
                      <a:pt x="169" y="30"/>
                      <a:pt x="169" y="30"/>
                    </a:cubicBezTo>
                    <a:cubicBezTo>
                      <a:pt x="166" y="31"/>
                      <a:pt x="162" y="31"/>
                      <a:pt x="159" y="30"/>
                    </a:cubicBezTo>
                    <a:cubicBezTo>
                      <a:pt x="89" y="2"/>
                      <a:pt x="89" y="2"/>
                      <a:pt x="89" y="2"/>
                    </a:cubicBezTo>
                    <a:cubicBezTo>
                      <a:pt x="86" y="1"/>
                      <a:pt x="82" y="0"/>
                      <a:pt x="79" y="2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3" y="31"/>
                      <a:pt x="0" y="35"/>
                      <a:pt x="0" y="41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206"/>
                      <a:pt x="9" y="212"/>
                      <a:pt x="18" y="209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5" name="Line 13"/>
              <p:cNvSpPr>
                <a:spLocks noChangeShapeType="1"/>
              </p:cNvSpPr>
              <p:nvPr/>
            </p:nvSpPr>
            <p:spPr bwMode="auto">
              <a:xfrm>
                <a:off x="4117975" y="2182813"/>
                <a:ext cx="0" cy="6016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6" name="Line 14"/>
              <p:cNvSpPr>
                <a:spLocks noChangeShapeType="1"/>
              </p:cNvSpPr>
              <p:nvPr/>
            </p:nvSpPr>
            <p:spPr bwMode="auto">
              <a:xfrm>
                <a:off x="4383088" y="2279650"/>
                <a:ext cx="0" cy="59848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0" name="淘宝网chenying0907出品 49"/>
          <p:cNvGrpSpPr/>
          <p:nvPr/>
        </p:nvGrpSpPr>
        <p:grpSpPr>
          <a:xfrm>
            <a:off x="1364676" y="3887095"/>
            <a:ext cx="597191" cy="597191"/>
            <a:chOff x="7237332" y="5248859"/>
            <a:chExt cx="716629" cy="716629"/>
          </a:xfrm>
        </p:grpSpPr>
        <p:sp>
          <p:nvSpPr>
            <p:cNvPr id="36" name="淘宝网chenying0907出品 35"/>
            <p:cNvSpPr/>
            <p:nvPr/>
          </p:nvSpPr>
          <p:spPr>
            <a:xfrm>
              <a:off x="7237332" y="5248859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7" name="淘宝网chenying0907出品 46"/>
            <p:cNvGrpSpPr/>
            <p:nvPr/>
          </p:nvGrpSpPr>
          <p:grpSpPr>
            <a:xfrm>
              <a:off x="7362671" y="5371212"/>
              <a:ext cx="481134" cy="482061"/>
              <a:chOff x="7080367" y="3582376"/>
              <a:chExt cx="823913" cy="825500"/>
            </a:xfrm>
          </p:grpSpPr>
          <p:sp>
            <p:nvSpPr>
              <p:cNvPr id="48" name="Freeform 51"/>
              <p:cNvSpPr/>
              <p:nvPr/>
            </p:nvSpPr>
            <p:spPr bwMode="auto">
              <a:xfrm>
                <a:off x="7080367" y="3582376"/>
                <a:ext cx="823913" cy="825500"/>
              </a:xfrm>
              <a:custGeom>
                <a:avLst/>
                <a:gdLst>
                  <a:gd name="T0" fmla="*/ 112 w 248"/>
                  <a:gd name="T1" fmla="*/ 0 h 248"/>
                  <a:gd name="T2" fmla="*/ 100 w 248"/>
                  <a:gd name="T3" fmla="*/ 27 h 248"/>
                  <a:gd name="T4" fmla="*/ 83 w 248"/>
                  <a:gd name="T5" fmla="*/ 42 h 248"/>
                  <a:gd name="T6" fmla="*/ 60 w 248"/>
                  <a:gd name="T7" fmla="*/ 28 h 248"/>
                  <a:gd name="T8" fmla="*/ 28 w 248"/>
                  <a:gd name="T9" fmla="*/ 44 h 248"/>
                  <a:gd name="T10" fmla="*/ 39 w 248"/>
                  <a:gd name="T11" fmla="*/ 71 h 248"/>
                  <a:gd name="T12" fmla="*/ 39 w 248"/>
                  <a:gd name="T13" fmla="*/ 92 h 248"/>
                  <a:gd name="T14" fmla="*/ 12 w 248"/>
                  <a:gd name="T15" fmla="*/ 100 h 248"/>
                  <a:gd name="T16" fmla="*/ 0 w 248"/>
                  <a:gd name="T17" fmla="*/ 136 h 248"/>
                  <a:gd name="T18" fmla="*/ 27 w 248"/>
                  <a:gd name="T19" fmla="*/ 148 h 248"/>
                  <a:gd name="T20" fmla="*/ 42 w 248"/>
                  <a:gd name="T21" fmla="*/ 165 h 248"/>
                  <a:gd name="T22" fmla="*/ 28 w 248"/>
                  <a:gd name="T23" fmla="*/ 188 h 248"/>
                  <a:gd name="T24" fmla="*/ 44 w 248"/>
                  <a:gd name="T25" fmla="*/ 220 h 248"/>
                  <a:gd name="T26" fmla="*/ 71 w 248"/>
                  <a:gd name="T27" fmla="*/ 209 h 248"/>
                  <a:gd name="T28" fmla="*/ 92 w 248"/>
                  <a:gd name="T29" fmla="*/ 209 h 248"/>
                  <a:gd name="T30" fmla="*/ 100 w 248"/>
                  <a:gd name="T31" fmla="*/ 236 h 248"/>
                  <a:gd name="T32" fmla="*/ 124 w 248"/>
                  <a:gd name="T33" fmla="*/ 248 h 248"/>
                  <a:gd name="T34" fmla="*/ 148 w 248"/>
                  <a:gd name="T35" fmla="*/ 236 h 248"/>
                  <a:gd name="T36" fmla="*/ 156 w 248"/>
                  <a:gd name="T37" fmla="*/ 209 h 248"/>
                  <a:gd name="T38" fmla="*/ 177 w 248"/>
                  <a:gd name="T39" fmla="*/ 209 h 248"/>
                  <a:gd name="T40" fmla="*/ 204 w 248"/>
                  <a:gd name="T41" fmla="*/ 220 h 248"/>
                  <a:gd name="T42" fmla="*/ 220 w 248"/>
                  <a:gd name="T43" fmla="*/ 188 h 248"/>
                  <a:gd name="T44" fmla="*/ 206 w 248"/>
                  <a:gd name="T45" fmla="*/ 165 h 248"/>
                  <a:gd name="T46" fmla="*/ 221 w 248"/>
                  <a:gd name="T47" fmla="*/ 148 h 248"/>
                  <a:gd name="T48" fmla="*/ 248 w 248"/>
                  <a:gd name="T49" fmla="*/ 136 h 248"/>
                  <a:gd name="T50" fmla="*/ 236 w 248"/>
                  <a:gd name="T51" fmla="*/ 100 h 248"/>
                  <a:gd name="T52" fmla="*/ 209 w 248"/>
                  <a:gd name="T53" fmla="*/ 92 h 248"/>
                  <a:gd name="T54" fmla="*/ 209 w 248"/>
                  <a:gd name="T55" fmla="*/ 71 h 248"/>
                  <a:gd name="T56" fmla="*/ 220 w 248"/>
                  <a:gd name="T57" fmla="*/ 44 h 248"/>
                  <a:gd name="T58" fmla="*/ 188 w 248"/>
                  <a:gd name="T59" fmla="*/ 28 h 248"/>
                  <a:gd name="T60" fmla="*/ 165 w 248"/>
                  <a:gd name="T61" fmla="*/ 42 h 248"/>
                  <a:gd name="T62" fmla="*/ 148 w 248"/>
                  <a:gd name="T63" fmla="*/ 27 h 248"/>
                  <a:gd name="T64" fmla="*/ 136 w 248"/>
                  <a:gd name="T65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8" h="248">
                    <a:moveTo>
                      <a:pt x="124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5" y="0"/>
                      <a:pt x="100" y="5"/>
                      <a:pt x="100" y="12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33"/>
                      <a:pt x="97" y="37"/>
                      <a:pt x="92" y="39"/>
                    </a:cubicBezTo>
                    <a:cubicBezTo>
                      <a:pt x="83" y="42"/>
                      <a:pt x="83" y="42"/>
                      <a:pt x="83" y="42"/>
                    </a:cubicBezTo>
                    <a:cubicBezTo>
                      <a:pt x="79" y="43"/>
                      <a:pt x="74" y="42"/>
                      <a:pt x="71" y="39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56" y="24"/>
                      <a:pt x="48" y="24"/>
                      <a:pt x="44" y="28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4" y="48"/>
                      <a:pt x="24" y="56"/>
                      <a:pt x="28" y="60"/>
                    </a:cubicBezTo>
                    <a:cubicBezTo>
                      <a:pt x="39" y="71"/>
                      <a:pt x="39" y="71"/>
                      <a:pt x="39" y="71"/>
                    </a:cubicBezTo>
                    <a:cubicBezTo>
                      <a:pt x="42" y="74"/>
                      <a:pt x="43" y="79"/>
                      <a:pt x="42" y="8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7" y="97"/>
                      <a:pt x="33" y="100"/>
                      <a:pt x="27" y="100"/>
                    </a:cubicBezTo>
                    <a:cubicBezTo>
                      <a:pt x="12" y="100"/>
                      <a:pt x="12" y="100"/>
                      <a:pt x="12" y="100"/>
                    </a:cubicBezTo>
                    <a:cubicBezTo>
                      <a:pt x="5" y="100"/>
                      <a:pt x="0" y="105"/>
                      <a:pt x="0" y="112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43"/>
                      <a:pt x="5" y="148"/>
                      <a:pt x="12" y="148"/>
                    </a:cubicBezTo>
                    <a:cubicBezTo>
                      <a:pt x="27" y="148"/>
                      <a:pt x="27" y="148"/>
                      <a:pt x="27" y="148"/>
                    </a:cubicBezTo>
                    <a:cubicBezTo>
                      <a:pt x="33" y="148"/>
                      <a:pt x="37" y="151"/>
                      <a:pt x="39" y="156"/>
                    </a:cubicBezTo>
                    <a:cubicBezTo>
                      <a:pt x="42" y="165"/>
                      <a:pt x="42" y="165"/>
                      <a:pt x="42" y="165"/>
                    </a:cubicBezTo>
                    <a:cubicBezTo>
                      <a:pt x="43" y="169"/>
                      <a:pt x="42" y="174"/>
                      <a:pt x="39" y="177"/>
                    </a:cubicBezTo>
                    <a:cubicBezTo>
                      <a:pt x="28" y="188"/>
                      <a:pt x="28" y="188"/>
                      <a:pt x="28" y="188"/>
                    </a:cubicBezTo>
                    <a:cubicBezTo>
                      <a:pt x="24" y="192"/>
                      <a:pt x="24" y="200"/>
                      <a:pt x="28" y="204"/>
                    </a:cubicBezTo>
                    <a:cubicBezTo>
                      <a:pt x="44" y="220"/>
                      <a:pt x="44" y="220"/>
                      <a:pt x="44" y="220"/>
                    </a:cubicBezTo>
                    <a:cubicBezTo>
                      <a:pt x="48" y="224"/>
                      <a:pt x="56" y="224"/>
                      <a:pt x="60" y="220"/>
                    </a:cubicBezTo>
                    <a:cubicBezTo>
                      <a:pt x="71" y="209"/>
                      <a:pt x="71" y="209"/>
                      <a:pt x="71" y="209"/>
                    </a:cubicBezTo>
                    <a:cubicBezTo>
                      <a:pt x="74" y="206"/>
                      <a:pt x="79" y="205"/>
                      <a:pt x="83" y="206"/>
                    </a:cubicBezTo>
                    <a:cubicBezTo>
                      <a:pt x="92" y="209"/>
                      <a:pt x="92" y="209"/>
                      <a:pt x="92" y="209"/>
                    </a:cubicBezTo>
                    <a:cubicBezTo>
                      <a:pt x="97" y="211"/>
                      <a:pt x="100" y="215"/>
                      <a:pt x="100" y="221"/>
                    </a:cubicBezTo>
                    <a:cubicBezTo>
                      <a:pt x="100" y="236"/>
                      <a:pt x="100" y="236"/>
                      <a:pt x="100" y="236"/>
                    </a:cubicBezTo>
                    <a:cubicBezTo>
                      <a:pt x="100" y="243"/>
                      <a:pt x="105" y="248"/>
                      <a:pt x="112" y="248"/>
                    </a:cubicBezTo>
                    <a:cubicBezTo>
                      <a:pt x="124" y="248"/>
                      <a:pt x="124" y="248"/>
                      <a:pt x="124" y="248"/>
                    </a:cubicBezTo>
                    <a:cubicBezTo>
                      <a:pt x="136" y="248"/>
                      <a:pt x="136" y="248"/>
                      <a:pt x="136" y="248"/>
                    </a:cubicBezTo>
                    <a:cubicBezTo>
                      <a:pt x="143" y="248"/>
                      <a:pt x="148" y="243"/>
                      <a:pt x="148" y="236"/>
                    </a:cubicBezTo>
                    <a:cubicBezTo>
                      <a:pt x="148" y="221"/>
                      <a:pt x="148" y="221"/>
                      <a:pt x="148" y="221"/>
                    </a:cubicBezTo>
                    <a:cubicBezTo>
                      <a:pt x="148" y="215"/>
                      <a:pt x="151" y="211"/>
                      <a:pt x="156" y="209"/>
                    </a:cubicBezTo>
                    <a:cubicBezTo>
                      <a:pt x="165" y="206"/>
                      <a:pt x="165" y="206"/>
                      <a:pt x="165" y="206"/>
                    </a:cubicBezTo>
                    <a:cubicBezTo>
                      <a:pt x="169" y="205"/>
                      <a:pt x="174" y="206"/>
                      <a:pt x="177" y="209"/>
                    </a:cubicBezTo>
                    <a:cubicBezTo>
                      <a:pt x="188" y="220"/>
                      <a:pt x="188" y="220"/>
                      <a:pt x="188" y="220"/>
                    </a:cubicBezTo>
                    <a:cubicBezTo>
                      <a:pt x="192" y="224"/>
                      <a:pt x="200" y="224"/>
                      <a:pt x="204" y="220"/>
                    </a:cubicBezTo>
                    <a:cubicBezTo>
                      <a:pt x="220" y="204"/>
                      <a:pt x="220" y="204"/>
                      <a:pt x="220" y="204"/>
                    </a:cubicBezTo>
                    <a:cubicBezTo>
                      <a:pt x="224" y="200"/>
                      <a:pt x="224" y="192"/>
                      <a:pt x="220" y="188"/>
                    </a:cubicBezTo>
                    <a:cubicBezTo>
                      <a:pt x="209" y="177"/>
                      <a:pt x="209" y="177"/>
                      <a:pt x="209" y="177"/>
                    </a:cubicBezTo>
                    <a:cubicBezTo>
                      <a:pt x="206" y="174"/>
                      <a:pt x="205" y="169"/>
                      <a:pt x="206" y="165"/>
                    </a:cubicBezTo>
                    <a:cubicBezTo>
                      <a:pt x="209" y="156"/>
                      <a:pt x="209" y="156"/>
                      <a:pt x="209" y="156"/>
                    </a:cubicBezTo>
                    <a:cubicBezTo>
                      <a:pt x="211" y="151"/>
                      <a:pt x="215" y="148"/>
                      <a:pt x="221" y="148"/>
                    </a:cubicBezTo>
                    <a:cubicBezTo>
                      <a:pt x="236" y="148"/>
                      <a:pt x="236" y="148"/>
                      <a:pt x="236" y="148"/>
                    </a:cubicBezTo>
                    <a:cubicBezTo>
                      <a:pt x="243" y="148"/>
                      <a:pt x="248" y="143"/>
                      <a:pt x="248" y="136"/>
                    </a:cubicBezTo>
                    <a:cubicBezTo>
                      <a:pt x="248" y="112"/>
                      <a:pt x="248" y="112"/>
                      <a:pt x="248" y="112"/>
                    </a:cubicBezTo>
                    <a:cubicBezTo>
                      <a:pt x="248" y="105"/>
                      <a:pt x="243" y="100"/>
                      <a:pt x="236" y="100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15" y="100"/>
                      <a:pt x="211" y="97"/>
                      <a:pt x="209" y="92"/>
                    </a:cubicBezTo>
                    <a:cubicBezTo>
                      <a:pt x="206" y="83"/>
                      <a:pt x="206" y="83"/>
                      <a:pt x="206" y="83"/>
                    </a:cubicBezTo>
                    <a:cubicBezTo>
                      <a:pt x="205" y="79"/>
                      <a:pt x="206" y="74"/>
                      <a:pt x="209" y="71"/>
                    </a:cubicBezTo>
                    <a:cubicBezTo>
                      <a:pt x="220" y="60"/>
                      <a:pt x="220" y="60"/>
                      <a:pt x="220" y="60"/>
                    </a:cubicBezTo>
                    <a:cubicBezTo>
                      <a:pt x="224" y="56"/>
                      <a:pt x="224" y="48"/>
                      <a:pt x="220" y="44"/>
                    </a:cubicBezTo>
                    <a:cubicBezTo>
                      <a:pt x="204" y="28"/>
                      <a:pt x="204" y="28"/>
                      <a:pt x="204" y="28"/>
                    </a:cubicBezTo>
                    <a:cubicBezTo>
                      <a:pt x="200" y="24"/>
                      <a:pt x="192" y="24"/>
                      <a:pt x="188" y="28"/>
                    </a:cubicBezTo>
                    <a:cubicBezTo>
                      <a:pt x="177" y="39"/>
                      <a:pt x="177" y="39"/>
                      <a:pt x="177" y="39"/>
                    </a:cubicBezTo>
                    <a:cubicBezTo>
                      <a:pt x="174" y="42"/>
                      <a:pt x="169" y="43"/>
                      <a:pt x="165" y="42"/>
                    </a:cubicBezTo>
                    <a:cubicBezTo>
                      <a:pt x="156" y="39"/>
                      <a:pt x="156" y="39"/>
                      <a:pt x="156" y="39"/>
                    </a:cubicBezTo>
                    <a:cubicBezTo>
                      <a:pt x="151" y="37"/>
                      <a:pt x="148" y="33"/>
                      <a:pt x="148" y="27"/>
                    </a:cubicBezTo>
                    <a:cubicBezTo>
                      <a:pt x="148" y="12"/>
                      <a:pt x="148" y="12"/>
                      <a:pt x="148" y="12"/>
                    </a:cubicBezTo>
                    <a:cubicBezTo>
                      <a:pt x="148" y="5"/>
                      <a:pt x="143" y="0"/>
                      <a:pt x="136" y="0"/>
                    </a:cubicBezTo>
                    <a:lnTo>
                      <a:pt x="124" y="0"/>
                    </a:ln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9" name="Freeform 52"/>
              <p:cNvSpPr/>
              <p:nvPr/>
            </p:nvSpPr>
            <p:spPr bwMode="auto">
              <a:xfrm>
                <a:off x="7402629" y="3904639"/>
                <a:ext cx="179388" cy="179388"/>
              </a:xfrm>
              <a:custGeom>
                <a:avLst/>
                <a:gdLst>
                  <a:gd name="T0" fmla="*/ 50 w 54"/>
                  <a:gd name="T1" fmla="*/ 32 h 54"/>
                  <a:gd name="T2" fmla="*/ 22 w 54"/>
                  <a:gd name="T3" fmla="*/ 4 h 54"/>
                  <a:gd name="T4" fmla="*/ 4 w 54"/>
                  <a:gd name="T5" fmla="*/ 22 h 54"/>
                  <a:gd name="T6" fmla="*/ 32 w 54"/>
                  <a:gd name="T7" fmla="*/ 50 h 54"/>
                  <a:gd name="T8" fmla="*/ 50 w 54"/>
                  <a:gd name="T9" fmla="*/ 3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50" y="32"/>
                    </a:moveTo>
                    <a:cubicBezTo>
                      <a:pt x="54" y="15"/>
                      <a:pt x="39" y="0"/>
                      <a:pt x="22" y="4"/>
                    </a:cubicBezTo>
                    <a:cubicBezTo>
                      <a:pt x="13" y="6"/>
                      <a:pt x="6" y="13"/>
                      <a:pt x="4" y="22"/>
                    </a:cubicBezTo>
                    <a:cubicBezTo>
                      <a:pt x="0" y="39"/>
                      <a:pt x="15" y="54"/>
                      <a:pt x="32" y="50"/>
                    </a:cubicBezTo>
                    <a:cubicBezTo>
                      <a:pt x="41" y="48"/>
                      <a:pt x="48" y="41"/>
                      <a:pt x="50" y="32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4606382" y="317497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课程描述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98420" y="1751330"/>
            <a:ext cx="687959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fontAlgn="auto" hangingPunct="1">
              <a:spcAft>
                <a:spcPts val="0"/>
              </a:spcAft>
              <a:buClrTx/>
              <a:buSzTx/>
            </a:pP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课程特点：以模块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专题为主线，进行全范围的讨论和学习</a:t>
            </a:r>
            <a:endParaRPr lang="zh-CN" altLang="en-US" sz="1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98420" y="2522220"/>
            <a:ext cx="6592570" cy="21698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</a:pP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参考教材:</a:t>
            </a:r>
            <a:endParaRPr lang="zh-CN" altLang="en-US" sz="1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沈鑫剡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《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网络安全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</a:p>
          <a:p>
            <a:pPr marL="0" lvl="1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刘建伟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《</a:t>
            </a: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网络安全-技术与实践(第3版)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endParaRPr lang="zh-CN" altLang="en-US" sz="1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石志国等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《</a:t>
            </a: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计算机网络安全教程(第2版)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》</a:t>
            </a:r>
            <a:endParaRPr lang="zh-CN" altLang="en-US" sz="1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1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William stallings</a:t>
            </a:r>
            <a:r>
              <a:rPr lang="en-US" altLang="zh-CN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《</a:t>
            </a: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网络安全基础应用与标准（第5版）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》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0" name="淘宝网chenying0907出品 9"/>
          <p:cNvCxnSpPr/>
          <p:nvPr/>
        </p:nvCxnSpPr>
        <p:spPr>
          <a:xfrm>
            <a:off x="-363684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/>
          <p:cNvSpPr txBox="1"/>
          <p:nvPr/>
        </p:nvSpPr>
        <p:spPr>
          <a:xfrm>
            <a:off x="919018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03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  <p:cxnSp>
        <p:nvCxnSpPr>
          <p:cNvPr id="33" name="淘宝网chenying0907出品 32"/>
          <p:cNvCxnSpPr/>
          <p:nvPr/>
        </p:nvCxnSpPr>
        <p:spPr>
          <a:xfrm>
            <a:off x="482953" y="922359"/>
            <a:ext cx="0" cy="3973286"/>
          </a:xfrm>
          <a:prstGeom prst="line">
            <a:avLst/>
          </a:prstGeom>
          <a:ln w="12700">
            <a:solidFill>
              <a:schemeClr val="tx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淘宝网chenying0907出品 51"/>
          <p:cNvGrpSpPr/>
          <p:nvPr/>
        </p:nvGrpSpPr>
        <p:grpSpPr>
          <a:xfrm>
            <a:off x="189462" y="1230884"/>
            <a:ext cx="597191" cy="597191"/>
            <a:chOff x="7237332" y="2549085"/>
            <a:chExt cx="716629" cy="716629"/>
          </a:xfrm>
        </p:grpSpPr>
        <p:sp>
          <p:nvSpPr>
            <p:cNvPr id="34" name="淘宝网chenying0907出品 33"/>
            <p:cNvSpPr/>
            <p:nvPr/>
          </p:nvSpPr>
          <p:spPr>
            <a:xfrm>
              <a:off x="7237332" y="2549085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7" name="淘宝网chenying0907出品 36"/>
            <p:cNvGrpSpPr/>
            <p:nvPr/>
          </p:nvGrpSpPr>
          <p:grpSpPr>
            <a:xfrm>
              <a:off x="7391460" y="2711558"/>
              <a:ext cx="367814" cy="367813"/>
              <a:chOff x="7270750" y="3786188"/>
              <a:chExt cx="825501" cy="825500"/>
            </a:xfrm>
          </p:grpSpPr>
          <p:sp>
            <p:nvSpPr>
              <p:cNvPr id="38" name="Oval 48"/>
              <p:cNvSpPr>
                <a:spLocks noChangeArrowheads="1"/>
              </p:cNvSpPr>
              <p:nvPr/>
            </p:nvSpPr>
            <p:spPr bwMode="auto">
              <a:xfrm>
                <a:off x="7777163" y="3786188"/>
                <a:ext cx="319088" cy="319088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39" name="Oval 49"/>
              <p:cNvSpPr>
                <a:spLocks noChangeArrowheads="1"/>
              </p:cNvSpPr>
              <p:nvPr/>
            </p:nvSpPr>
            <p:spPr bwMode="auto">
              <a:xfrm>
                <a:off x="7270750" y="4198938"/>
                <a:ext cx="266700" cy="265113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7789863" y="4398963"/>
                <a:ext cx="214313" cy="212725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1" name="Line 51"/>
              <p:cNvSpPr>
                <a:spLocks noChangeShapeType="1"/>
              </p:cNvSpPr>
              <p:nvPr/>
            </p:nvSpPr>
            <p:spPr bwMode="auto">
              <a:xfrm flipH="1" flipV="1">
                <a:off x="7524750" y="4384675"/>
                <a:ext cx="265113" cy="1063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2" name="Line 52"/>
              <p:cNvSpPr>
                <a:spLocks noChangeShapeType="1"/>
              </p:cNvSpPr>
              <p:nvPr/>
            </p:nvSpPr>
            <p:spPr bwMode="auto">
              <a:xfrm flipV="1">
                <a:off x="7510463" y="4052888"/>
                <a:ext cx="293688" cy="18573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1" name="淘宝网chenying0907出品 50"/>
          <p:cNvGrpSpPr/>
          <p:nvPr/>
        </p:nvGrpSpPr>
        <p:grpSpPr>
          <a:xfrm>
            <a:off x="189462" y="2569847"/>
            <a:ext cx="597191" cy="597191"/>
            <a:chOff x="7237332" y="3927241"/>
            <a:chExt cx="716629" cy="716629"/>
          </a:xfrm>
        </p:grpSpPr>
        <p:sp>
          <p:nvSpPr>
            <p:cNvPr id="35" name="淘宝网chenying0907出品 34"/>
            <p:cNvSpPr/>
            <p:nvPr/>
          </p:nvSpPr>
          <p:spPr>
            <a:xfrm>
              <a:off x="7237332" y="3927241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淘宝网chenying0907出品 42"/>
            <p:cNvGrpSpPr/>
            <p:nvPr/>
          </p:nvGrpSpPr>
          <p:grpSpPr>
            <a:xfrm>
              <a:off x="7375796" y="4088675"/>
              <a:ext cx="468008" cy="405787"/>
              <a:chOff x="3838575" y="2173288"/>
              <a:chExt cx="823913" cy="714375"/>
            </a:xfrm>
          </p:grpSpPr>
          <p:sp>
            <p:nvSpPr>
              <p:cNvPr id="44" name="Freeform 12"/>
              <p:cNvSpPr/>
              <p:nvPr/>
            </p:nvSpPr>
            <p:spPr bwMode="auto">
              <a:xfrm>
                <a:off x="3838575" y="2173288"/>
                <a:ext cx="823913" cy="714375"/>
              </a:xfrm>
              <a:custGeom>
                <a:avLst/>
                <a:gdLst>
                  <a:gd name="T0" fmla="*/ 18 w 248"/>
                  <a:gd name="T1" fmla="*/ 209 h 215"/>
                  <a:gd name="T2" fmla="*/ 79 w 248"/>
                  <a:gd name="T3" fmla="*/ 186 h 215"/>
                  <a:gd name="T4" fmla="*/ 89 w 248"/>
                  <a:gd name="T5" fmla="*/ 186 h 215"/>
                  <a:gd name="T6" fmla="*/ 159 w 248"/>
                  <a:gd name="T7" fmla="*/ 214 h 215"/>
                  <a:gd name="T8" fmla="*/ 169 w 248"/>
                  <a:gd name="T9" fmla="*/ 214 h 215"/>
                  <a:gd name="T10" fmla="*/ 240 w 248"/>
                  <a:gd name="T11" fmla="*/ 187 h 215"/>
                  <a:gd name="T12" fmla="*/ 248 w 248"/>
                  <a:gd name="T13" fmla="*/ 175 h 215"/>
                  <a:gd name="T14" fmla="*/ 248 w 248"/>
                  <a:gd name="T15" fmla="*/ 19 h 215"/>
                  <a:gd name="T16" fmla="*/ 230 w 248"/>
                  <a:gd name="T17" fmla="*/ 7 h 215"/>
                  <a:gd name="T18" fmla="*/ 169 w 248"/>
                  <a:gd name="T19" fmla="*/ 30 h 215"/>
                  <a:gd name="T20" fmla="*/ 159 w 248"/>
                  <a:gd name="T21" fmla="*/ 30 h 215"/>
                  <a:gd name="T22" fmla="*/ 89 w 248"/>
                  <a:gd name="T23" fmla="*/ 2 h 215"/>
                  <a:gd name="T24" fmla="*/ 79 w 248"/>
                  <a:gd name="T25" fmla="*/ 2 h 215"/>
                  <a:gd name="T26" fmla="*/ 8 w 248"/>
                  <a:gd name="T27" fmla="*/ 29 h 215"/>
                  <a:gd name="T28" fmla="*/ 0 w 248"/>
                  <a:gd name="T29" fmla="*/ 41 h 215"/>
                  <a:gd name="T30" fmla="*/ 0 w 248"/>
                  <a:gd name="T31" fmla="*/ 197 h 215"/>
                  <a:gd name="T32" fmla="*/ 18 w 248"/>
                  <a:gd name="T33" fmla="*/ 209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8" h="215">
                    <a:moveTo>
                      <a:pt x="18" y="209"/>
                    </a:moveTo>
                    <a:cubicBezTo>
                      <a:pt x="79" y="186"/>
                      <a:pt x="79" y="186"/>
                      <a:pt x="79" y="186"/>
                    </a:cubicBezTo>
                    <a:cubicBezTo>
                      <a:pt x="82" y="184"/>
                      <a:pt x="86" y="185"/>
                      <a:pt x="89" y="186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2" y="215"/>
                      <a:pt x="166" y="215"/>
                      <a:pt x="169" y="214"/>
                    </a:cubicBezTo>
                    <a:cubicBezTo>
                      <a:pt x="240" y="187"/>
                      <a:pt x="240" y="187"/>
                      <a:pt x="240" y="187"/>
                    </a:cubicBezTo>
                    <a:cubicBezTo>
                      <a:pt x="245" y="185"/>
                      <a:pt x="248" y="180"/>
                      <a:pt x="248" y="175"/>
                    </a:cubicBezTo>
                    <a:cubicBezTo>
                      <a:pt x="248" y="19"/>
                      <a:pt x="248" y="19"/>
                      <a:pt x="248" y="19"/>
                    </a:cubicBezTo>
                    <a:cubicBezTo>
                      <a:pt x="248" y="10"/>
                      <a:pt x="239" y="3"/>
                      <a:pt x="230" y="7"/>
                    </a:cubicBezTo>
                    <a:cubicBezTo>
                      <a:pt x="169" y="30"/>
                      <a:pt x="169" y="30"/>
                      <a:pt x="169" y="30"/>
                    </a:cubicBezTo>
                    <a:cubicBezTo>
                      <a:pt x="166" y="31"/>
                      <a:pt x="162" y="31"/>
                      <a:pt x="159" y="30"/>
                    </a:cubicBezTo>
                    <a:cubicBezTo>
                      <a:pt x="89" y="2"/>
                      <a:pt x="89" y="2"/>
                      <a:pt x="89" y="2"/>
                    </a:cubicBezTo>
                    <a:cubicBezTo>
                      <a:pt x="86" y="1"/>
                      <a:pt x="82" y="0"/>
                      <a:pt x="79" y="2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3" y="31"/>
                      <a:pt x="0" y="35"/>
                      <a:pt x="0" y="41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206"/>
                      <a:pt x="9" y="212"/>
                      <a:pt x="18" y="209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5" name="Line 13"/>
              <p:cNvSpPr>
                <a:spLocks noChangeShapeType="1"/>
              </p:cNvSpPr>
              <p:nvPr/>
            </p:nvSpPr>
            <p:spPr bwMode="auto">
              <a:xfrm>
                <a:off x="4117975" y="2182813"/>
                <a:ext cx="0" cy="6016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6" name="Line 14"/>
              <p:cNvSpPr>
                <a:spLocks noChangeShapeType="1"/>
              </p:cNvSpPr>
              <p:nvPr/>
            </p:nvSpPr>
            <p:spPr bwMode="auto">
              <a:xfrm>
                <a:off x="4383088" y="2279650"/>
                <a:ext cx="0" cy="59848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0" name="淘宝网chenying0907出品 49"/>
          <p:cNvGrpSpPr/>
          <p:nvPr/>
        </p:nvGrpSpPr>
        <p:grpSpPr>
          <a:xfrm>
            <a:off x="189462" y="3887095"/>
            <a:ext cx="597191" cy="597191"/>
            <a:chOff x="7237332" y="5248859"/>
            <a:chExt cx="716629" cy="716629"/>
          </a:xfrm>
        </p:grpSpPr>
        <p:sp>
          <p:nvSpPr>
            <p:cNvPr id="36" name="淘宝网chenying0907出品 35"/>
            <p:cNvSpPr/>
            <p:nvPr/>
          </p:nvSpPr>
          <p:spPr>
            <a:xfrm>
              <a:off x="7237332" y="5248859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7" name="淘宝网chenying0907出品 46"/>
            <p:cNvGrpSpPr/>
            <p:nvPr/>
          </p:nvGrpSpPr>
          <p:grpSpPr>
            <a:xfrm>
              <a:off x="7362671" y="5371212"/>
              <a:ext cx="481134" cy="482061"/>
              <a:chOff x="7080367" y="3582376"/>
              <a:chExt cx="823913" cy="825500"/>
            </a:xfrm>
          </p:grpSpPr>
          <p:sp>
            <p:nvSpPr>
              <p:cNvPr id="48" name="Freeform 51"/>
              <p:cNvSpPr/>
              <p:nvPr/>
            </p:nvSpPr>
            <p:spPr bwMode="auto">
              <a:xfrm>
                <a:off x="7080367" y="3582376"/>
                <a:ext cx="823913" cy="825500"/>
              </a:xfrm>
              <a:custGeom>
                <a:avLst/>
                <a:gdLst>
                  <a:gd name="T0" fmla="*/ 112 w 248"/>
                  <a:gd name="T1" fmla="*/ 0 h 248"/>
                  <a:gd name="T2" fmla="*/ 100 w 248"/>
                  <a:gd name="T3" fmla="*/ 27 h 248"/>
                  <a:gd name="T4" fmla="*/ 83 w 248"/>
                  <a:gd name="T5" fmla="*/ 42 h 248"/>
                  <a:gd name="T6" fmla="*/ 60 w 248"/>
                  <a:gd name="T7" fmla="*/ 28 h 248"/>
                  <a:gd name="T8" fmla="*/ 28 w 248"/>
                  <a:gd name="T9" fmla="*/ 44 h 248"/>
                  <a:gd name="T10" fmla="*/ 39 w 248"/>
                  <a:gd name="T11" fmla="*/ 71 h 248"/>
                  <a:gd name="T12" fmla="*/ 39 w 248"/>
                  <a:gd name="T13" fmla="*/ 92 h 248"/>
                  <a:gd name="T14" fmla="*/ 12 w 248"/>
                  <a:gd name="T15" fmla="*/ 100 h 248"/>
                  <a:gd name="T16" fmla="*/ 0 w 248"/>
                  <a:gd name="T17" fmla="*/ 136 h 248"/>
                  <a:gd name="T18" fmla="*/ 27 w 248"/>
                  <a:gd name="T19" fmla="*/ 148 h 248"/>
                  <a:gd name="T20" fmla="*/ 42 w 248"/>
                  <a:gd name="T21" fmla="*/ 165 h 248"/>
                  <a:gd name="T22" fmla="*/ 28 w 248"/>
                  <a:gd name="T23" fmla="*/ 188 h 248"/>
                  <a:gd name="T24" fmla="*/ 44 w 248"/>
                  <a:gd name="T25" fmla="*/ 220 h 248"/>
                  <a:gd name="T26" fmla="*/ 71 w 248"/>
                  <a:gd name="T27" fmla="*/ 209 h 248"/>
                  <a:gd name="T28" fmla="*/ 92 w 248"/>
                  <a:gd name="T29" fmla="*/ 209 h 248"/>
                  <a:gd name="T30" fmla="*/ 100 w 248"/>
                  <a:gd name="T31" fmla="*/ 236 h 248"/>
                  <a:gd name="T32" fmla="*/ 124 w 248"/>
                  <a:gd name="T33" fmla="*/ 248 h 248"/>
                  <a:gd name="T34" fmla="*/ 148 w 248"/>
                  <a:gd name="T35" fmla="*/ 236 h 248"/>
                  <a:gd name="T36" fmla="*/ 156 w 248"/>
                  <a:gd name="T37" fmla="*/ 209 h 248"/>
                  <a:gd name="T38" fmla="*/ 177 w 248"/>
                  <a:gd name="T39" fmla="*/ 209 h 248"/>
                  <a:gd name="T40" fmla="*/ 204 w 248"/>
                  <a:gd name="T41" fmla="*/ 220 h 248"/>
                  <a:gd name="T42" fmla="*/ 220 w 248"/>
                  <a:gd name="T43" fmla="*/ 188 h 248"/>
                  <a:gd name="T44" fmla="*/ 206 w 248"/>
                  <a:gd name="T45" fmla="*/ 165 h 248"/>
                  <a:gd name="T46" fmla="*/ 221 w 248"/>
                  <a:gd name="T47" fmla="*/ 148 h 248"/>
                  <a:gd name="T48" fmla="*/ 248 w 248"/>
                  <a:gd name="T49" fmla="*/ 136 h 248"/>
                  <a:gd name="T50" fmla="*/ 236 w 248"/>
                  <a:gd name="T51" fmla="*/ 100 h 248"/>
                  <a:gd name="T52" fmla="*/ 209 w 248"/>
                  <a:gd name="T53" fmla="*/ 92 h 248"/>
                  <a:gd name="T54" fmla="*/ 209 w 248"/>
                  <a:gd name="T55" fmla="*/ 71 h 248"/>
                  <a:gd name="T56" fmla="*/ 220 w 248"/>
                  <a:gd name="T57" fmla="*/ 44 h 248"/>
                  <a:gd name="T58" fmla="*/ 188 w 248"/>
                  <a:gd name="T59" fmla="*/ 28 h 248"/>
                  <a:gd name="T60" fmla="*/ 165 w 248"/>
                  <a:gd name="T61" fmla="*/ 42 h 248"/>
                  <a:gd name="T62" fmla="*/ 148 w 248"/>
                  <a:gd name="T63" fmla="*/ 27 h 248"/>
                  <a:gd name="T64" fmla="*/ 136 w 248"/>
                  <a:gd name="T65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8" h="248">
                    <a:moveTo>
                      <a:pt x="124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5" y="0"/>
                      <a:pt x="100" y="5"/>
                      <a:pt x="100" y="12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33"/>
                      <a:pt x="97" y="37"/>
                      <a:pt x="92" y="39"/>
                    </a:cubicBezTo>
                    <a:cubicBezTo>
                      <a:pt x="83" y="42"/>
                      <a:pt x="83" y="42"/>
                      <a:pt x="83" y="42"/>
                    </a:cubicBezTo>
                    <a:cubicBezTo>
                      <a:pt x="79" y="43"/>
                      <a:pt x="74" y="42"/>
                      <a:pt x="71" y="39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56" y="24"/>
                      <a:pt x="48" y="24"/>
                      <a:pt x="44" y="28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4" y="48"/>
                      <a:pt x="24" y="56"/>
                      <a:pt x="28" y="60"/>
                    </a:cubicBezTo>
                    <a:cubicBezTo>
                      <a:pt x="39" y="71"/>
                      <a:pt x="39" y="71"/>
                      <a:pt x="39" y="71"/>
                    </a:cubicBezTo>
                    <a:cubicBezTo>
                      <a:pt x="42" y="74"/>
                      <a:pt x="43" y="79"/>
                      <a:pt x="42" y="8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7" y="97"/>
                      <a:pt x="33" y="100"/>
                      <a:pt x="27" y="100"/>
                    </a:cubicBezTo>
                    <a:cubicBezTo>
                      <a:pt x="12" y="100"/>
                      <a:pt x="12" y="100"/>
                      <a:pt x="12" y="100"/>
                    </a:cubicBezTo>
                    <a:cubicBezTo>
                      <a:pt x="5" y="100"/>
                      <a:pt x="0" y="105"/>
                      <a:pt x="0" y="112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43"/>
                      <a:pt x="5" y="148"/>
                      <a:pt x="12" y="148"/>
                    </a:cubicBezTo>
                    <a:cubicBezTo>
                      <a:pt x="27" y="148"/>
                      <a:pt x="27" y="148"/>
                      <a:pt x="27" y="148"/>
                    </a:cubicBezTo>
                    <a:cubicBezTo>
                      <a:pt x="33" y="148"/>
                      <a:pt x="37" y="151"/>
                      <a:pt x="39" y="156"/>
                    </a:cubicBezTo>
                    <a:cubicBezTo>
                      <a:pt x="42" y="165"/>
                      <a:pt x="42" y="165"/>
                      <a:pt x="42" y="165"/>
                    </a:cubicBezTo>
                    <a:cubicBezTo>
                      <a:pt x="43" y="169"/>
                      <a:pt x="42" y="174"/>
                      <a:pt x="39" y="177"/>
                    </a:cubicBezTo>
                    <a:cubicBezTo>
                      <a:pt x="28" y="188"/>
                      <a:pt x="28" y="188"/>
                      <a:pt x="28" y="188"/>
                    </a:cubicBezTo>
                    <a:cubicBezTo>
                      <a:pt x="24" y="192"/>
                      <a:pt x="24" y="200"/>
                      <a:pt x="28" y="204"/>
                    </a:cubicBezTo>
                    <a:cubicBezTo>
                      <a:pt x="44" y="220"/>
                      <a:pt x="44" y="220"/>
                      <a:pt x="44" y="220"/>
                    </a:cubicBezTo>
                    <a:cubicBezTo>
                      <a:pt x="48" y="224"/>
                      <a:pt x="56" y="224"/>
                      <a:pt x="60" y="220"/>
                    </a:cubicBezTo>
                    <a:cubicBezTo>
                      <a:pt x="71" y="209"/>
                      <a:pt x="71" y="209"/>
                      <a:pt x="71" y="209"/>
                    </a:cubicBezTo>
                    <a:cubicBezTo>
                      <a:pt x="74" y="206"/>
                      <a:pt x="79" y="205"/>
                      <a:pt x="83" y="206"/>
                    </a:cubicBezTo>
                    <a:cubicBezTo>
                      <a:pt x="92" y="209"/>
                      <a:pt x="92" y="209"/>
                      <a:pt x="92" y="209"/>
                    </a:cubicBezTo>
                    <a:cubicBezTo>
                      <a:pt x="97" y="211"/>
                      <a:pt x="100" y="215"/>
                      <a:pt x="100" y="221"/>
                    </a:cubicBezTo>
                    <a:cubicBezTo>
                      <a:pt x="100" y="236"/>
                      <a:pt x="100" y="236"/>
                      <a:pt x="100" y="236"/>
                    </a:cubicBezTo>
                    <a:cubicBezTo>
                      <a:pt x="100" y="243"/>
                      <a:pt x="105" y="248"/>
                      <a:pt x="112" y="248"/>
                    </a:cubicBezTo>
                    <a:cubicBezTo>
                      <a:pt x="124" y="248"/>
                      <a:pt x="124" y="248"/>
                      <a:pt x="124" y="248"/>
                    </a:cubicBezTo>
                    <a:cubicBezTo>
                      <a:pt x="136" y="248"/>
                      <a:pt x="136" y="248"/>
                      <a:pt x="136" y="248"/>
                    </a:cubicBezTo>
                    <a:cubicBezTo>
                      <a:pt x="143" y="248"/>
                      <a:pt x="148" y="243"/>
                      <a:pt x="148" y="236"/>
                    </a:cubicBezTo>
                    <a:cubicBezTo>
                      <a:pt x="148" y="221"/>
                      <a:pt x="148" y="221"/>
                      <a:pt x="148" y="221"/>
                    </a:cubicBezTo>
                    <a:cubicBezTo>
                      <a:pt x="148" y="215"/>
                      <a:pt x="151" y="211"/>
                      <a:pt x="156" y="209"/>
                    </a:cubicBezTo>
                    <a:cubicBezTo>
                      <a:pt x="165" y="206"/>
                      <a:pt x="165" y="206"/>
                      <a:pt x="165" y="206"/>
                    </a:cubicBezTo>
                    <a:cubicBezTo>
                      <a:pt x="169" y="205"/>
                      <a:pt x="174" y="206"/>
                      <a:pt x="177" y="209"/>
                    </a:cubicBezTo>
                    <a:cubicBezTo>
                      <a:pt x="188" y="220"/>
                      <a:pt x="188" y="220"/>
                      <a:pt x="188" y="220"/>
                    </a:cubicBezTo>
                    <a:cubicBezTo>
                      <a:pt x="192" y="224"/>
                      <a:pt x="200" y="224"/>
                      <a:pt x="204" y="220"/>
                    </a:cubicBezTo>
                    <a:cubicBezTo>
                      <a:pt x="220" y="204"/>
                      <a:pt x="220" y="204"/>
                      <a:pt x="220" y="204"/>
                    </a:cubicBezTo>
                    <a:cubicBezTo>
                      <a:pt x="224" y="200"/>
                      <a:pt x="224" y="192"/>
                      <a:pt x="220" y="188"/>
                    </a:cubicBezTo>
                    <a:cubicBezTo>
                      <a:pt x="209" y="177"/>
                      <a:pt x="209" y="177"/>
                      <a:pt x="209" y="177"/>
                    </a:cubicBezTo>
                    <a:cubicBezTo>
                      <a:pt x="206" y="174"/>
                      <a:pt x="205" y="169"/>
                      <a:pt x="206" y="165"/>
                    </a:cubicBezTo>
                    <a:cubicBezTo>
                      <a:pt x="209" y="156"/>
                      <a:pt x="209" y="156"/>
                      <a:pt x="209" y="156"/>
                    </a:cubicBezTo>
                    <a:cubicBezTo>
                      <a:pt x="211" y="151"/>
                      <a:pt x="215" y="148"/>
                      <a:pt x="221" y="148"/>
                    </a:cubicBezTo>
                    <a:cubicBezTo>
                      <a:pt x="236" y="148"/>
                      <a:pt x="236" y="148"/>
                      <a:pt x="236" y="148"/>
                    </a:cubicBezTo>
                    <a:cubicBezTo>
                      <a:pt x="243" y="148"/>
                      <a:pt x="248" y="143"/>
                      <a:pt x="248" y="136"/>
                    </a:cubicBezTo>
                    <a:cubicBezTo>
                      <a:pt x="248" y="112"/>
                      <a:pt x="248" y="112"/>
                      <a:pt x="248" y="112"/>
                    </a:cubicBezTo>
                    <a:cubicBezTo>
                      <a:pt x="248" y="105"/>
                      <a:pt x="243" y="100"/>
                      <a:pt x="236" y="100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15" y="100"/>
                      <a:pt x="211" y="97"/>
                      <a:pt x="209" y="92"/>
                    </a:cubicBezTo>
                    <a:cubicBezTo>
                      <a:pt x="206" y="83"/>
                      <a:pt x="206" y="83"/>
                      <a:pt x="206" y="83"/>
                    </a:cubicBezTo>
                    <a:cubicBezTo>
                      <a:pt x="205" y="79"/>
                      <a:pt x="206" y="74"/>
                      <a:pt x="209" y="71"/>
                    </a:cubicBezTo>
                    <a:cubicBezTo>
                      <a:pt x="220" y="60"/>
                      <a:pt x="220" y="60"/>
                      <a:pt x="220" y="60"/>
                    </a:cubicBezTo>
                    <a:cubicBezTo>
                      <a:pt x="224" y="56"/>
                      <a:pt x="224" y="48"/>
                      <a:pt x="220" y="44"/>
                    </a:cubicBezTo>
                    <a:cubicBezTo>
                      <a:pt x="204" y="28"/>
                      <a:pt x="204" y="28"/>
                      <a:pt x="204" y="28"/>
                    </a:cubicBezTo>
                    <a:cubicBezTo>
                      <a:pt x="200" y="24"/>
                      <a:pt x="192" y="24"/>
                      <a:pt x="188" y="28"/>
                    </a:cubicBezTo>
                    <a:cubicBezTo>
                      <a:pt x="177" y="39"/>
                      <a:pt x="177" y="39"/>
                      <a:pt x="177" y="39"/>
                    </a:cubicBezTo>
                    <a:cubicBezTo>
                      <a:pt x="174" y="42"/>
                      <a:pt x="169" y="43"/>
                      <a:pt x="165" y="42"/>
                    </a:cubicBezTo>
                    <a:cubicBezTo>
                      <a:pt x="156" y="39"/>
                      <a:pt x="156" y="39"/>
                      <a:pt x="156" y="39"/>
                    </a:cubicBezTo>
                    <a:cubicBezTo>
                      <a:pt x="151" y="37"/>
                      <a:pt x="148" y="33"/>
                      <a:pt x="148" y="27"/>
                    </a:cubicBezTo>
                    <a:cubicBezTo>
                      <a:pt x="148" y="12"/>
                      <a:pt x="148" y="12"/>
                      <a:pt x="148" y="12"/>
                    </a:cubicBezTo>
                    <a:cubicBezTo>
                      <a:pt x="148" y="5"/>
                      <a:pt x="143" y="0"/>
                      <a:pt x="136" y="0"/>
                    </a:cubicBezTo>
                    <a:lnTo>
                      <a:pt x="124" y="0"/>
                    </a:ln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9" name="Freeform 52"/>
              <p:cNvSpPr/>
              <p:nvPr/>
            </p:nvSpPr>
            <p:spPr bwMode="auto">
              <a:xfrm>
                <a:off x="7402629" y="3904639"/>
                <a:ext cx="179388" cy="179388"/>
              </a:xfrm>
              <a:custGeom>
                <a:avLst/>
                <a:gdLst>
                  <a:gd name="T0" fmla="*/ 50 w 54"/>
                  <a:gd name="T1" fmla="*/ 32 h 54"/>
                  <a:gd name="T2" fmla="*/ 22 w 54"/>
                  <a:gd name="T3" fmla="*/ 4 h 54"/>
                  <a:gd name="T4" fmla="*/ 4 w 54"/>
                  <a:gd name="T5" fmla="*/ 22 h 54"/>
                  <a:gd name="T6" fmla="*/ 32 w 54"/>
                  <a:gd name="T7" fmla="*/ 50 h 54"/>
                  <a:gd name="T8" fmla="*/ 50 w 54"/>
                  <a:gd name="T9" fmla="*/ 3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50" y="32"/>
                    </a:moveTo>
                    <a:cubicBezTo>
                      <a:pt x="54" y="15"/>
                      <a:pt x="39" y="0"/>
                      <a:pt x="22" y="4"/>
                    </a:cubicBezTo>
                    <a:cubicBezTo>
                      <a:pt x="13" y="6"/>
                      <a:pt x="6" y="13"/>
                      <a:pt x="4" y="22"/>
                    </a:cubicBezTo>
                    <a:cubicBezTo>
                      <a:pt x="0" y="39"/>
                      <a:pt x="15" y="54"/>
                      <a:pt x="32" y="50"/>
                    </a:cubicBezTo>
                    <a:cubicBezTo>
                      <a:pt x="41" y="48"/>
                      <a:pt x="48" y="41"/>
                      <a:pt x="50" y="32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3952411" y="317500"/>
            <a:ext cx="16922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课程描述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2960" y="1465305"/>
            <a:ext cx="8811235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latinLnBrk="0" hangingPunct="1">
              <a:lnSpc>
                <a:spcPts val="42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课程教学组织形式：线上</a:t>
            </a:r>
            <a:r>
              <a:rPr lang="en-US" altLang="zh-CN" sz="20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0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线下</a:t>
            </a:r>
          </a:p>
          <a:p>
            <a:pPr marL="709930" indent="-709930" fontAlgn="auto">
              <a:lnSpc>
                <a:spcPts val="42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线上：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SPOC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课程视频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课本，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课前根据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课前任务单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观看视频预习，并在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上课前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小时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课前测验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。不懂的先自己查找， 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上课前三天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汇总问题发给老师。</a:t>
            </a:r>
          </a:p>
          <a:p>
            <a:pPr eaLnBrk="1" fontAlgn="auto" latinLnBrk="0" hangingPunct="1">
              <a:lnSpc>
                <a:spcPts val="42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线下：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课堂集中重点问题和知识点讲解答疑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auto" latinLnBrk="0" hangingPunct="1">
              <a:lnSpc>
                <a:spcPts val="4200"/>
              </a:lnSpc>
              <a:spcAft>
                <a:spcPts val="0"/>
              </a:spcAft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   2. 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学生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Topic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演讲（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20~30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分钟）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讨论</a:t>
            </a:r>
          </a:p>
          <a:p>
            <a:pPr eaLnBrk="1" fontAlgn="auto" latinLnBrk="0" hangingPunct="1">
              <a:lnSpc>
                <a:spcPts val="4200"/>
              </a:lnSpc>
              <a:spcAft>
                <a:spcPts val="0"/>
              </a:spcAft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   3. 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时事新闻分享（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3-5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分钟）+讨论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2676" y="854581"/>
            <a:ext cx="9307324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平台链接</a:t>
            </a:r>
            <a:r>
              <a:rPr lang="zh-CN" altLang="en-US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hlinkClick r:id="rId3"/>
              </a:rPr>
              <a:t>https://www.icourse163.org/spoc/course/HDU-1459323161?tid=1473123446</a:t>
            </a:r>
            <a:endParaRPr lang="en-US" altLang="zh-CN" sz="1600" dirty="0">
              <a:solidFill>
                <a:srgbClr val="FF0000"/>
              </a:solidFill>
              <a:hlinkClick r:id="rId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0" name="淘宝网chenying0907出品 9"/>
          <p:cNvCxnSpPr/>
          <p:nvPr/>
        </p:nvCxnSpPr>
        <p:spPr>
          <a:xfrm>
            <a:off x="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/>
          <p:cNvSpPr txBox="1"/>
          <p:nvPr/>
        </p:nvSpPr>
        <p:spPr>
          <a:xfrm>
            <a:off x="919018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05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  <p:cxnSp>
        <p:nvCxnSpPr>
          <p:cNvPr id="33" name="淘宝网chenying0907出品 32"/>
          <p:cNvCxnSpPr/>
          <p:nvPr/>
        </p:nvCxnSpPr>
        <p:spPr>
          <a:xfrm>
            <a:off x="1040947" y="922359"/>
            <a:ext cx="0" cy="3973286"/>
          </a:xfrm>
          <a:prstGeom prst="line">
            <a:avLst/>
          </a:prstGeom>
          <a:ln w="12700">
            <a:solidFill>
              <a:schemeClr val="tx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淘宝网chenying0907出品 51"/>
          <p:cNvGrpSpPr/>
          <p:nvPr/>
        </p:nvGrpSpPr>
        <p:grpSpPr>
          <a:xfrm>
            <a:off x="747456" y="1230884"/>
            <a:ext cx="597191" cy="597191"/>
            <a:chOff x="7237332" y="2549085"/>
            <a:chExt cx="716629" cy="716629"/>
          </a:xfrm>
        </p:grpSpPr>
        <p:sp>
          <p:nvSpPr>
            <p:cNvPr id="34" name="淘宝网chenying0907出品 33"/>
            <p:cNvSpPr/>
            <p:nvPr/>
          </p:nvSpPr>
          <p:spPr>
            <a:xfrm>
              <a:off x="7237332" y="2549085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7" name="淘宝网chenying0907出品 36"/>
            <p:cNvGrpSpPr/>
            <p:nvPr/>
          </p:nvGrpSpPr>
          <p:grpSpPr>
            <a:xfrm>
              <a:off x="7391460" y="2711558"/>
              <a:ext cx="367814" cy="367813"/>
              <a:chOff x="7270750" y="3786188"/>
              <a:chExt cx="825501" cy="825500"/>
            </a:xfrm>
          </p:grpSpPr>
          <p:sp>
            <p:nvSpPr>
              <p:cNvPr id="38" name="Oval 48"/>
              <p:cNvSpPr>
                <a:spLocks noChangeArrowheads="1"/>
              </p:cNvSpPr>
              <p:nvPr/>
            </p:nvSpPr>
            <p:spPr bwMode="auto">
              <a:xfrm>
                <a:off x="7777163" y="3786188"/>
                <a:ext cx="319088" cy="319088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39" name="Oval 49"/>
              <p:cNvSpPr>
                <a:spLocks noChangeArrowheads="1"/>
              </p:cNvSpPr>
              <p:nvPr/>
            </p:nvSpPr>
            <p:spPr bwMode="auto">
              <a:xfrm>
                <a:off x="7270750" y="4198938"/>
                <a:ext cx="266700" cy="265113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7789863" y="4398963"/>
                <a:ext cx="214313" cy="212725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1" name="Line 51"/>
              <p:cNvSpPr>
                <a:spLocks noChangeShapeType="1"/>
              </p:cNvSpPr>
              <p:nvPr/>
            </p:nvSpPr>
            <p:spPr bwMode="auto">
              <a:xfrm flipH="1" flipV="1">
                <a:off x="7524750" y="4384675"/>
                <a:ext cx="265113" cy="1063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2" name="Line 52"/>
              <p:cNvSpPr>
                <a:spLocks noChangeShapeType="1"/>
              </p:cNvSpPr>
              <p:nvPr/>
            </p:nvSpPr>
            <p:spPr bwMode="auto">
              <a:xfrm flipV="1">
                <a:off x="7510463" y="4052888"/>
                <a:ext cx="293688" cy="18573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1" name="淘宝网chenying0907出品 50"/>
          <p:cNvGrpSpPr/>
          <p:nvPr/>
        </p:nvGrpSpPr>
        <p:grpSpPr>
          <a:xfrm>
            <a:off x="747456" y="2569847"/>
            <a:ext cx="597191" cy="597191"/>
            <a:chOff x="7237332" y="3927241"/>
            <a:chExt cx="716629" cy="716629"/>
          </a:xfrm>
        </p:grpSpPr>
        <p:sp>
          <p:nvSpPr>
            <p:cNvPr id="35" name="淘宝网chenying0907出品 34"/>
            <p:cNvSpPr/>
            <p:nvPr/>
          </p:nvSpPr>
          <p:spPr>
            <a:xfrm>
              <a:off x="7237332" y="3927241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淘宝网chenying0907出品 42"/>
            <p:cNvGrpSpPr/>
            <p:nvPr/>
          </p:nvGrpSpPr>
          <p:grpSpPr>
            <a:xfrm>
              <a:off x="7375796" y="4088675"/>
              <a:ext cx="468008" cy="405787"/>
              <a:chOff x="3838575" y="2173288"/>
              <a:chExt cx="823913" cy="714375"/>
            </a:xfrm>
          </p:grpSpPr>
          <p:sp>
            <p:nvSpPr>
              <p:cNvPr id="44" name="Freeform 12"/>
              <p:cNvSpPr/>
              <p:nvPr/>
            </p:nvSpPr>
            <p:spPr bwMode="auto">
              <a:xfrm>
                <a:off x="3838575" y="2173288"/>
                <a:ext cx="823913" cy="714375"/>
              </a:xfrm>
              <a:custGeom>
                <a:avLst/>
                <a:gdLst>
                  <a:gd name="T0" fmla="*/ 18 w 248"/>
                  <a:gd name="T1" fmla="*/ 209 h 215"/>
                  <a:gd name="T2" fmla="*/ 79 w 248"/>
                  <a:gd name="T3" fmla="*/ 186 h 215"/>
                  <a:gd name="T4" fmla="*/ 89 w 248"/>
                  <a:gd name="T5" fmla="*/ 186 h 215"/>
                  <a:gd name="T6" fmla="*/ 159 w 248"/>
                  <a:gd name="T7" fmla="*/ 214 h 215"/>
                  <a:gd name="T8" fmla="*/ 169 w 248"/>
                  <a:gd name="T9" fmla="*/ 214 h 215"/>
                  <a:gd name="T10" fmla="*/ 240 w 248"/>
                  <a:gd name="T11" fmla="*/ 187 h 215"/>
                  <a:gd name="T12" fmla="*/ 248 w 248"/>
                  <a:gd name="T13" fmla="*/ 175 h 215"/>
                  <a:gd name="T14" fmla="*/ 248 w 248"/>
                  <a:gd name="T15" fmla="*/ 19 h 215"/>
                  <a:gd name="T16" fmla="*/ 230 w 248"/>
                  <a:gd name="T17" fmla="*/ 7 h 215"/>
                  <a:gd name="T18" fmla="*/ 169 w 248"/>
                  <a:gd name="T19" fmla="*/ 30 h 215"/>
                  <a:gd name="T20" fmla="*/ 159 w 248"/>
                  <a:gd name="T21" fmla="*/ 30 h 215"/>
                  <a:gd name="T22" fmla="*/ 89 w 248"/>
                  <a:gd name="T23" fmla="*/ 2 h 215"/>
                  <a:gd name="T24" fmla="*/ 79 w 248"/>
                  <a:gd name="T25" fmla="*/ 2 h 215"/>
                  <a:gd name="T26" fmla="*/ 8 w 248"/>
                  <a:gd name="T27" fmla="*/ 29 h 215"/>
                  <a:gd name="T28" fmla="*/ 0 w 248"/>
                  <a:gd name="T29" fmla="*/ 41 h 215"/>
                  <a:gd name="T30" fmla="*/ 0 w 248"/>
                  <a:gd name="T31" fmla="*/ 197 h 215"/>
                  <a:gd name="T32" fmla="*/ 18 w 248"/>
                  <a:gd name="T33" fmla="*/ 209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8" h="215">
                    <a:moveTo>
                      <a:pt x="18" y="209"/>
                    </a:moveTo>
                    <a:cubicBezTo>
                      <a:pt x="79" y="186"/>
                      <a:pt x="79" y="186"/>
                      <a:pt x="79" y="186"/>
                    </a:cubicBezTo>
                    <a:cubicBezTo>
                      <a:pt x="82" y="184"/>
                      <a:pt x="86" y="185"/>
                      <a:pt x="89" y="186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2" y="215"/>
                      <a:pt x="166" y="215"/>
                      <a:pt x="169" y="214"/>
                    </a:cubicBezTo>
                    <a:cubicBezTo>
                      <a:pt x="240" y="187"/>
                      <a:pt x="240" y="187"/>
                      <a:pt x="240" y="187"/>
                    </a:cubicBezTo>
                    <a:cubicBezTo>
                      <a:pt x="245" y="185"/>
                      <a:pt x="248" y="180"/>
                      <a:pt x="248" y="175"/>
                    </a:cubicBezTo>
                    <a:cubicBezTo>
                      <a:pt x="248" y="19"/>
                      <a:pt x="248" y="19"/>
                      <a:pt x="248" y="19"/>
                    </a:cubicBezTo>
                    <a:cubicBezTo>
                      <a:pt x="248" y="10"/>
                      <a:pt x="239" y="3"/>
                      <a:pt x="230" y="7"/>
                    </a:cubicBezTo>
                    <a:cubicBezTo>
                      <a:pt x="169" y="30"/>
                      <a:pt x="169" y="30"/>
                      <a:pt x="169" y="30"/>
                    </a:cubicBezTo>
                    <a:cubicBezTo>
                      <a:pt x="166" y="31"/>
                      <a:pt x="162" y="31"/>
                      <a:pt x="159" y="30"/>
                    </a:cubicBezTo>
                    <a:cubicBezTo>
                      <a:pt x="89" y="2"/>
                      <a:pt x="89" y="2"/>
                      <a:pt x="89" y="2"/>
                    </a:cubicBezTo>
                    <a:cubicBezTo>
                      <a:pt x="86" y="1"/>
                      <a:pt x="82" y="0"/>
                      <a:pt x="79" y="2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3" y="31"/>
                      <a:pt x="0" y="35"/>
                      <a:pt x="0" y="41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206"/>
                      <a:pt x="9" y="212"/>
                      <a:pt x="18" y="209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5" name="Line 13"/>
              <p:cNvSpPr>
                <a:spLocks noChangeShapeType="1"/>
              </p:cNvSpPr>
              <p:nvPr/>
            </p:nvSpPr>
            <p:spPr bwMode="auto">
              <a:xfrm>
                <a:off x="4117975" y="2182813"/>
                <a:ext cx="0" cy="6016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6" name="Line 14"/>
              <p:cNvSpPr>
                <a:spLocks noChangeShapeType="1"/>
              </p:cNvSpPr>
              <p:nvPr/>
            </p:nvSpPr>
            <p:spPr bwMode="auto">
              <a:xfrm>
                <a:off x="4383088" y="2279650"/>
                <a:ext cx="0" cy="59848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0" name="淘宝网chenying0907出品 49"/>
          <p:cNvGrpSpPr/>
          <p:nvPr/>
        </p:nvGrpSpPr>
        <p:grpSpPr>
          <a:xfrm>
            <a:off x="747456" y="3887095"/>
            <a:ext cx="597191" cy="597191"/>
            <a:chOff x="7237332" y="5248859"/>
            <a:chExt cx="716629" cy="716629"/>
          </a:xfrm>
        </p:grpSpPr>
        <p:sp>
          <p:nvSpPr>
            <p:cNvPr id="36" name="淘宝网chenying0907出品 35"/>
            <p:cNvSpPr/>
            <p:nvPr/>
          </p:nvSpPr>
          <p:spPr>
            <a:xfrm>
              <a:off x="7237332" y="5248859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7" name="淘宝网chenying0907出品 46"/>
            <p:cNvGrpSpPr/>
            <p:nvPr/>
          </p:nvGrpSpPr>
          <p:grpSpPr>
            <a:xfrm>
              <a:off x="7362671" y="5371212"/>
              <a:ext cx="481134" cy="482061"/>
              <a:chOff x="7080367" y="3582376"/>
              <a:chExt cx="823913" cy="825500"/>
            </a:xfrm>
          </p:grpSpPr>
          <p:sp>
            <p:nvSpPr>
              <p:cNvPr id="48" name="Freeform 51"/>
              <p:cNvSpPr/>
              <p:nvPr/>
            </p:nvSpPr>
            <p:spPr bwMode="auto">
              <a:xfrm>
                <a:off x="7080367" y="3582376"/>
                <a:ext cx="823913" cy="825500"/>
              </a:xfrm>
              <a:custGeom>
                <a:avLst/>
                <a:gdLst>
                  <a:gd name="T0" fmla="*/ 112 w 248"/>
                  <a:gd name="T1" fmla="*/ 0 h 248"/>
                  <a:gd name="T2" fmla="*/ 100 w 248"/>
                  <a:gd name="T3" fmla="*/ 27 h 248"/>
                  <a:gd name="T4" fmla="*/ 83 w 248"/>
                  <a:gd name="T5" fmla="*/ 42 h 248"/>
                  <a:gd name="T6" fmla="*/ 60 w 248"/>
                  <a:gd name="T7" fmla="*/ 28 h 248"/>
                  <a:gd name="T8" fmla="*/ 28 w 248"/>
                  <a:gd name="T9" fmla="*/ 44 h 248"/>
                  <a:gd name="T10" fmla="*/ 39 w 248"/>
                  <a:gd name="T11" fmla="*/ 71 h 248"/>
                  <a:gd name="T12" fmla="*/ 39 w 248"/>
                  <a:gd name="T13" fmla="*/ 92 h 248"/>
                  <a:gd name="T14" fmla="*/ 12 w 248"/>
                  <a:gd name="T15" fmla="*/ 100 h 248"/>
                  <a:gd name="T16" fmla="*/ 0 w 248"/>
                  <a:gd name="T17" fmla="*/ 136 h 248"/>
                  <a:gd name="T18" fmla="*/ 27 w 248"/>
                  <a:gd name="T19" fmla="*/ 148 h 248"/>
                  <a:gd name="T20" fmla="*/ 42 w 248"/>
                  <a:gd name="T21" fmla="*/ 165 h 248"/>
                  <a:gd name="T22" fmla="*/ 28 w 248"/>
                  <a:gd name="T23" fmla="*/ 188 h 248"/>
                  <a:gd name="T24" fmla="*/ 44 w 248"/>
                  <a:gd name="T25" fmla="*/ 220 h 248"/>
                  <a:gd name="T26" fmla="*/ 71 w 248"/>
                  <a:gd name="T27" fmla="*/ 209 h 248"/>
                  <a:gd name="T28" fmla="*/ 92 w 248"/>
                  <a:gd name="T29" fmla="*/ 209 h 248"/>
                  <a:gd name="T30" fmla="*/ 100 w 248"/>
                  <a:gd name="T31" fmla="*/ 236 h 248"/>
                  <a:gd name="T32" fmla="*/ 124 w 248"/>
                  <a:gd name="T33" fmla="*/ 248 h 248"/>
                  <a:gd name="T34" fmla="*/ 148 w 248"/>
                  <a:gd name="T35" fmla="*/ 236 h 248"/>
                  <a:gd name="T36" fmla="*/ 156 w 248"/>
                  <a:gd name="T37" fmla="*/ 209 h 248"/>
                  <a:gd name="T38" fmla="*/ 177 w 248"/>
                  <a:gd name="T39" fmla="*/ 209 h 248"/>
                  <a:gd name="T40" fmla="*/ 204 w 248"/>
                  <a:gd name="T41" fmla="*/ 220 h 248"/>
                  <a:gd name="T42" fmla="*/ 220 w 248"/>
                  <a:gd name="T43" fmla="*/ 188 h 248"/>
                  <a:gd name="T44" fmla="*/ 206 w 248"/>
                  <a:gd name="T45" fmla="*/ 165 h 248"/>
                  <a:gd name="T46" fmla="*/ 221 w 248"/>
                  <a:gd name="T47" fmla="*/ 148 h 248"/>
                  <a:gd name="T48" fmla="*/ 248 w 248"/>
                  <a:gd name="T49" fmla="*/ 136 h 248"/>
                  <a:gd name="T50" fmla="*/ 236 w 248"/>
                  <a:gd name="T51" fmla="*/ 100 h 248"/>
                  <a:gd name="T52" fmla="*/ 209 w 248"/>
                  <a:gd name="T53" fmla="*/ 92 h 248"/>
                  <a:gd name="T54" fmla="*/ 209 w 248"/>
                  <a:gd name="T55" fmla="*/ 71 h 248"/>
                  <a:gd name="T56" fmla="*/ 220 w 248"/>
                  <a:gd name="T57" fmla="*/ 44 h 248"/>
                  <a:gd name="T58" fmla="*/ 188 w 248"/>
                  <a:gd name="T59" fmla="*/ 28 h 248"/>
                  <a:gd name="T60" fmla="*/ 165 w 248"/>
                  <a:gd name="T61" fmla="*/ 42 h 248"/>
                  <a:gd name="T62" fmla="*/ 148 w 248"/>
                  <a:gd name="T63" fmla="*/ 27 h 248"/>
                  <a:gd name="T64" fmla="*/ 136 w 248"/>
                  <a:gd name="T65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8" h="248">
                    <a:moveTo>
                      <a:pt x="124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5" y="0"/>
                      <a:pt x="100" y="5"/>
                      <a:pt x="100" y="12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33"/>
                      <a:pt x="97" y="37"/>
                      <a:pt x="92" y="39"/>
                    </a:cubicBezTo>
                    <a:cubicBezTo>
                      <a:pt x="83" y="42"/>
                      <a:pt x="83" y="42"/>
                      <a:pt x="83" y="42"/>
                    </a:cubicBezTo>
                    <a:cubicBezTo>
                      <a:pt x="79" y="43"/>
                      <a:pt x="74" y="42"/>
                      <a:pt x="71" y="39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56" y="24"/>
                      <a:pt x="48" y="24"/>
                      <a:pt x="44" y="28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4" y="48"/>
                      <a:pt x="24" y="56"/>
                      <a:pt x="28" y="60"/>
                    </a:cubicBezTo>
                    <a:cubicBezTo>
                      <a:pt x="39" y="71"/>
                      <a:pt x="39" y="71"/>
                      <a:pt x="39" y="71"/>
                    </a:cubicBezTo>
                    <a:cubicBezTo>
                      <a:pt x="42" y="74"/>
                      <a:pt x="43" y="79"/>
                      <a:pt x="42" y="8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7" y="97"/>
                      <a:pt x="33" y="100"/>
                      <a:pt x="27" y="100"/>
                    </a:cubicBezTo>
                    <a:cubicBezTo>
                      <a:pt x="12" y="100"/>
                      <a:pt x="12" y="100"/>
                      <a:pt x="12" y="100"/>
                    </a:cubicBezTo>
                    <a:cubicBezTo>
                      <a:pt x="5" y="100"/>
                      <a:pt x="0" y="105"/>
                      <a:pt x="0" y="112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43"/>
                      <a:pt x="5" y="148"/>
                      <a:pt x="12" y="148"/>
                    </a:cubicBezTo>
                    <a:cubicBezTo>
                      <a:pt x="27" y="148"/>
                      <a:pt x="27" y="148"/>
                      <a:pt x="27" y="148"/>
                    </a:cubicBezTo>
                    <a:cubicBezTo>
                      <a:pt x="33" y="148"/>
                      <a:pt x="37" y="151"/>
                      <a:pt x="39" y="156"/>
                    </a:cubicBezTo>
                    <a:cubicBezTo>
                      <a:pt x="42" y="165"/>
                      <a:pt x="42" y="165"/>
                      <a:pt x="42" y="165"/>
                    </a:cubicBezTo>
                    <a:cubicBezTo>
                      <a:pt x="43" y="169"/>
                      <a:pt x="42" y="174"/>
                      <a:pt x="39" y="177"/>
                    </a:cubicBezTo>
                    <a:cubicBezTo>
                      <a:pt x="28" y="188"/>
                      <a:pt x="28" y="188"/>
                      <a:pt x="28" y="188"/>
                    </a:cubicBezTo>
                    <a:cubicBezTo>
                      <a:pt x="24" y="192"/>
                      <a:pt x="24" y="200"/>
                      <a:pt x="28" y="204"/>
                    </a:cubicBezTo>
                    <a:cubicBezTo>
                      <a:pt x="44" y="220"/>
                      <a:pt x="44" y="220"/>
                      <a:pt x="44" y="220"/>
                    </a:cubicBezTo>
                    <a:cubicBezTo>
                      <a:pt x="48" y="224"/>
                      <a:pt x="56" y="224"/>
                      <a:pt x="60" y="220"/>
                    </a:cubicBezTo>
                    <a:cubicBezTo>
                      <a:pt x="71" y="209"/>
                      <a:pt x="71" y="209"/>
                      <a:pt x="71" y="209"/>
                    </a:cubicBezTo>
                    <a:cubicBezTo>
                      <a:pt x="74" y="206"/>
                      <a:pt x="79" y="205"/>
                      <a:pt x="83" y="206"/>
                    </a:cubicBezTo>
                    <a:cubicBezTo>
                      <a:pt x="92" y="209"/>
                      <a:pt x="92" y="209"/>
                      <a:pt x="92" y="209"/>
                    </a:cubicBezTo>
                    <a:cubicBezTo>
                      <a:pt x="97" y="211"/>
                      <a:pt x="100" y="215"/>
                      <a:pt x="100" y="221"/>
                    </a:cubicBezTo>
                    <a:cubicBezTo>
                      <a:pt x="100" y="236"/>
                      <a:pt x="100" y="236"/>
                      <a:pt x="100" y="236"/>
                    </a:cubicBezTo>
                    <a:cubicBezTo>
                      <a:pt x="100" y="243"/>
                      <a:pt x="105" y="248"/>
                      <a:pt x="112" y="248"/>
                    </a:cubicBezTo>
                    <a:cubicBezTo>
                      <a:pt x="124" y="248"/>
                      <a:pt x="124" y="248"/>
                      <a:pt x="124" y="248"/>
                    </a:cubicBezTo>
                    <a:cubicBezTo>
                      <a:pt x="136" y="248"/>
                      <a:pt x="136" y="248"/>
                      <a:pt x="136" y="248"/>
                    </a:cubicBezTo>
                    <a:cubicBezTo>
                      <a:pt x="143" y="248"/>
                      <a:pt x="148" y="243"/>
                      <a:pt x="148" y="236"/>
                    </a:cubicBezTo>
                    <a:cubicBezTo>
                      <a:pt x="148" y="221"/>
                      <a:pt x="148" y="221"/>
                      <a:pt x="148" y="221"/>
                    </a:cubicBezTo>
                    <a:cubicBezTo>
                      <a:pt x="148" y="215"/>
                      <a:pt x="151" y="211"/>
                      <a:pt x="156" y="209"/>
                    </a:cubicBezTo>
                    <a:cubicBezTo>
                      <a:pt x="165" y="206"/>
                      <a:pt x="165" y="206"/>
                      <a:pt x="165" y="206"/>
                    </a:cubicBezTo>
                    <a:cubicBezTo>
                      <a:pt x="169" y="205"/>
                      <a:pt x="174" y="206"/>
                      <a:pt x="177" y="209"/>
                    </a:cubicBezTo>
                    <a:cubicBezTo>
                      <a:pt x="188" y="220"/>
                      <a:pt x="188" y="220"/>
                      <a:pt x="188" y="220"/>
                    </a:cubicBezTo>
                    <a:cubicBezTo>
                      <a:pt x="192" y="224"/>
                      <a:pt x="200" y="224"/>
                      <a:pt x="204" y="220"/>
                    </a:cubicBezTo>
                    <a:cubicBezTo>
                      <a:pt x="220" y="204"/>
                      <a:pt x="220" y="204"/>
                      <a:pt x="220" y="204"/>
                    </a:cubicBezTo>
                    <a:cubicBezTo>
                      <a:pt x="224" y="200"/>
                      <a:pt x="224" y="192"/>
                      <a:pt x="220" y="188"/>
                    </a:cubicBezTo>
                    <a:cubicBezTo>
                      <a:pt x="209" y="177"/>
                      <a:pt x="209" y="177"/>
                      <a:pt x="209" y="177"/>
                    </a:cubicBezTo>
                    <a:cubicBezTo>
                      <a:pt x="206" y="174"/>
                      <a:pt x="205" y="169"/>
                      <a:pt x="206" y="165"/>
                    </a:cubicBezTo>
                    <a:cubicBezTo>
                      <a:pt x="209" y="156"/>
                      <a:pt x="209" y="156"/>
                      <a:pt x="209" y="156"/>
                    </a:cubicBezTo>
                    <a:cubicBezTo>
                      <a:pt x="211" y="151"/>
                      <a:pt x="215" y="148"/>
                      <a:pt x="221" y="148"/>
                    </a:cubicBezTo>
                    <a:cubicBezTo>
                      <a:pt x="236" y="148"/>
                      <a:pt x="236" y="148"/>
                      <a:pt x="236" y="148"/>
                    </a:cubicBezTo>
                    <a:cubicBezTo>
                      <a:pt x="243" y="148"/>
                      <a:pt x="248" y="143"/>
                      <a:pt x="248" y="136"/>
                    </a:cubicBezTo>
                    <a:cubicBezTo>
                      <a:pt x="248" y="112"/>
                      <a:pt x="248" y="112"/>
                      <a:pt x="248" y="112"/>
                    </a:cubicBezTo>
                    <a:cubicBezTo>
                      <a:pt x="248" y="105"/>
                      <a:pt x="243" y="100"/>
                      <a:pt x="236" y="100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15" y="100"/>
                      <a:pt x="211" y="97"/>
                      <a:pt x="209" y="92"/>
                    </a:cubicBezTo>
                    <a:cubicBezTo>
                      <a:pt x="206" y="83"/>
                      <a:pt x="206" y="83"/>
                      <a:pt x="206" y="83"/>
                    </a:cubicBezTo>
                    <a:cubicBezTo>
                      <a:pt x="205" y="79"/>
                      <a:pt x="206" y="74"/>
                      <a:pt x="209" y="71"/>
                    </a:cubicBezTo>
                    <a:cubicBezTo>
                      <a:pt x="220" y="60"/>
                      <a:pt x="220" y="60"/>
                      <a:pt x="220" y="60"/>
                    </a:cubicBezTo>
                    <a:cubicBezTo>
                      <a:pt x="224" y="56"/>
                      <a:pt x="224" y="48"/>
                      <a:pt x="220" y="44"/>
                    </a:cubicBezTo>
                    <a:cubicBezTo>
                      <a:pt x="204" y="28"/>
                      <a:pt x="204" y="28"/>
                      <a:pt x="204" y="28"/>
                    </a:cubicBezTo>
                    <a:cubicBezTo>
                      <a:pt x="200" y="24"/>
                      <a:pt x="192" y="24"/>
                      <a:pt x="188" y="28"/>
                    </a:cubicBezTo>
                    <a:cubicBezTo>
                      <a:pt x="177" y="39"/>
                      <a:pt x="177" y="39"/>
                      <a:pt x="177" y="39"/>
                    </a:cubicBezTo>
                    <a:cubicBezTo>
                      <a:pt x="174" y="42"/>
                      <a:pt x="169" y="43"/>
                      <a:pt x="165" y="42"/>
                    </a:cubicBezTo>
                    <a:cubicBezTo>
                      <a:pt x="156" y="39"/>
                      <a:pt x="156" y="39"/>
                      <a:pt x="156" y="39"/>
                    </a:cubicBezTo>
                    <a:cubicBezTo>
                      <a:pt x="151" y="37"/>
                      <a:pt x="148" y="33"/>
                      <a:pt x="148" y="27"/>
                    </a:cubicBezTo>
                    <a:cubicBezTo>
                      <a:pt x="148" y="12"/>
                      <a:pt x="148" y="12"/>
                      <a:pt x="148" y="12"/>
                    </a:cubicBezTo>
                    <a:cubicBezTo>
                      <a:pt x="148" y="5"/>
                      <a:pt x="143" y="0"/>
                      <a:pt x="136" y="0"/>
                    </a:cubicBezTo>
                    <a:lnTo>
                      <a:pt x="124" y="0"/>
                    </a:ln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9" name="Freeform 52"/>
              <p:cNvSpPr/>
              <p:nvPr/>
            </p:nvSpPr>
            <p:spPr bwMode="auto">
              <a:xfrm>
                <a:off x="7402629" y="3904639"/>
                <a:ext cx="179388" cy="179388"/>
              </a:xfrm>
              <a:custGeom>
                <a:avLst/>
                <a:gdLst>
                  <a:gd name="T0" fmla="*/ 50 w 54"/>
                  <a:gd name="T1" fmla="*/ 32 h 54"/>
                  <a:gd name="T2" fmla="*/ 22 w 54"/>
                  <a:gd name="T3" fmla="*/ 4 h 54"/>
                  <a:gd name="T4" fmla="*/ 4 w 54"/>
                  <a:gd name="T5" fmla="*/ 22 h 54"/>
                  <a:gd name="T6" fmla="*/ 32 w 54"/>
                  <a:gd name="T7" fmla="*/ 50 h 54"/>
                  <a:gd name="T8" fmla="*/ 50 w 54"/>
                  <a:gd name="T9" fmla="*/ 3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50" y="32"/>
                    </a:moveTo>
                    <a:cubicBezTo>
                      <a:pt x="54" y="15"/>
                      <a:pt x="39" y="0"/>
                      <a:pt x="22" y="4"/>
                    </a:cubicBezTo>
                    <a:cubicBezTo>
                      <a:pt x="13" y="6"/>
                      <a:pt x="6" y="13"/>
                      <a:pt x="4" y="22"/>
                    </a:cubicBezTo>
                    <a:cubicBezTo>
                      <a:pt x="0" y="39"/>
                      <a:pt x="15" y="54"/>
                      <a:pt x="32" y="50"/>
                    </a:cubicBezTo>
                    <a:cubicBezTo>
                      <a:pt x="41" y="48"/>
                      <a:pt x="48" y="41"/>
                      <a:pt x="50" y="32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4316095" y="317500"/>
            <a:ext cx="16922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成绩评定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38138" y="1115695"/>
            <a:ext cx="832882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latinLnBrk="0" hangingPunct="1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成绩组成：考试（</a:t>
            </a:r>
            <a:r>
              <a:rPr lang="en-US" altLang="zh-CN" sz="24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sz="24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4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4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平时（</a:t>
            </a:r>
            <a:r>
              <a:rPr lang="en-US" altLang="zh-CN" sz="24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sz="24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  <a:p>
            <a:pPr eaLnBrk="1" fontAlgn="auto" latinLnBrk="0" hangingPunct="1">
              <a:lnSpc>
                <a:spcPct val="150000"/>
              </a:lnSpc>
              <a:spcAft>
                <a:spcPts val="0"/>
              </a:spcAft>
            </a:pPr>
            <a:endParaRPr lang="zh-CN" altLang="en-US" sz="24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 eaLnBrk="1" fontAlgn="auto" latinLnBrk="0" hangingPunct="1">
              <a:lnSpc>
                <a:spcPct val="150000"/>
              </a:lnSpc>
              <a:spcAft>
                <a:spcPts val="0"/>
              </a:spcAft>
              <a:buClrTx/>
              <a:buSzTx/>
            </a:pPr>
            <a:r>
              <a:rPr lang="zh-CN" altLang="en-US" sz="24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期末（50）</a:t>
            </a:r>
            <a:r>
              <a:rPr lang="en-US" altLang="zh-CN" sz="2400" dirty="0">
                <a:ea typeface="华文行楷" panose="02010800040101010101" pitchFamily="2" charset="-122"/>
                <a:sym typeface="+mn-ea"/>
              </a:rPr>
              <a:t>=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卷面成绩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题目来源于线上、课本和平时课堂的问题和讨论</a:t>
            </a:r>
            <a:endParaRPr lang="zh-CN" altLang="en-US" sz="24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auto" latinLnBrk="0" hangingPunct="1">
              <a:lnSpc>
                <a:spcPct val="150000"/>
              </a:lnSpc>
              <a:spcAft>
                <a:spcPts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平时（50）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=Topic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主题演讲（包括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和技术报告）（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平时作业和测验（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实时新闻分享、线上讨论话题发表观点、线上知识分享等（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课堂表现（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0" name="淘宝网chenying0907出品 9"/>
          <p:cNvCxnSpPr/>
          <p:nvPr/>
        </p:nvCxnSpPr>
        <p:spPr>
          <a:xfrm>
            <a:off x="-12954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/>
          <p:cNvSpPr txBox="1"/>
          <p:nvPr/>
        </p:nvSpPr>
        <p:spPr>
          <a:xfrm>
            <a:off x="906064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06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  <p:cxnSp>
        <p:nvCxnSpPr>
          <p:cNvPr id="33" name="淘宝网chenying0907出品 32"/>
          <p:cNvCxnSpPr/>
          <p:nvPr/>
        </p:nvCxnSpPr>
        <p:spPr>
          <a:xfrm>
            <a:off x="370387" y="922359"/>
            <a:ext cx="0" cy="3973286"/>
          </a:xfrm>
          <a:prstGeom prst="line">
            <a:avLst/>
          </a:prstGeom>
          <a:ln w="12700">
            <a:solidFill>
              <a:schemeClr val="tx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淘宝网chenying0907出品 51"/>
          <p:cNvGrpSpPr/>
          <p:nvPr/>
        </p:nvGrpSpPr>
        <p:grpSpPr>
          <a:xfrm>
            <a:off x="76896" y="1230884"/>
            <a:ext cx="597191" cy="597191"/>
            <a:chOff x="7237332" y="2549085"/>
            <a:chExt cx="716629" cy="716629"/>
          </a:xfrm>
        </p:grpSpPr>
        <p:sp>
          <p:nvSpPr>
            <p:cNvPr id="34" name="淘宝网chenying0907出品 33"/>
            <p:cNvSpPr/>
            <p:nvPr/>
          </p:nvSpPr>
          <p:spPr>
            <a:xfrm>
              <a:off x="7237332" y="2549085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7" name="淘宝网chenying0907出品 36"/>
            <p:cNvGrpSpPr/>
            <p:nvPr/>
          </p:nvGrpSpPr>
          <p:grpSpPr>
            <a:xfrm>
              <a:off x="7391460" y="2711558"/>
              <a:ext cx="367814" cy="367813"/>
              <a:chOff x="7270750" y="3786188"/>
              <a:chExt cx="825501" cy="825500"/>
            </a:xfrm>
          </p:grpSpPr>
          <p:sp>
            <p:nvSpPr>
              <p:cNvPr id="38" name="Oval 48"/>
              <p:cNvSpPr>
                <a:spLocks noChangeArrowheads="1"/>
              </p:cNvSpPr>
              <p:nvPr/>
            </p:nvSpPr>
            <p:spPr bwMode="auto">
              <a:xfrm>
                <a:off x="7777163" y="3786188"/>
                <a:ext cx="319088" cy="319088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39" name="Oval 49"/>
              <p:cNvSpPr>
                <a:spLocks noChangeArrowheads="1"/>
              </p:cNvSpPr>
              <p:nvPr/>
            </p:nvSpPr>
            <p:spPr bwMode="auto">
              <a:xfrm>
                <a:off x="7270750" y="4198938"/>
                <a:ext cx="266700" cy="265113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7789863" y="4398963"/>
                <a:ext cx="214313" cy="212725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1" name="Line 51"/>
              <p:cNvSpPr>
                <a:spLocks noChangeShapeType="1"/>
              </p:cNvSpPr>
              <p:nvPr/>
            </p:nvSpPr>
            <p:spPr bwMode="auto">
              <a:xfrm flipH="1" flipV="1">
                <a:off x="7524750" y="4384675"/>
                <a:ext cx="265113" cy="1063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2" name="Line 52"/>
              <p:cNvSpPr>
                <a:spLocks noChangeShapeType="1"/>
              </p:cNvSpPr>
              <p:nvPr/>
            </p:nvSpPr>
            <p:spPr bwMode="auto">
              <a:xfrm flipV="1">
                <a:off x="7510463" y="4052888"/>
                <a:ext cx="293688" cy="18573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1" name="淘宝网chenying0907出品 50"/>
          <p:cNvGrpSpPr/>
          <p:nvPr/>
        </p:nvGrpSpPr>
        <p:grpSpPr>
          <a:xfrm>
            <a:off x="76896" y="2569847"/>
            <a:ext cx="597191" cy="597191"/>
            <a:chOff x="7237332" y="3927241"/>
            <a:chExt cx="716629" cy="716629"/>
          </a:xfrm>
        </p:grpSpPr>
        <p:sp>
          <p:nvSpPr>
            <p:cNvPr id="35" name="淘宝网chenying0907出品 34"/>
            <p:cNvSpPr/>
            <p:nvPr/>
          </p:nvSpPr>
          <p:spPr>
            <a:xfrm>
              <a:off x="7237332" y="3927241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淘宝网chenying0907出品 42"/>
            <p:cNvGrpSpPr/>
            <p:nvPr/>
          </p:nvGrpSpPr>
          <p:grpSpPr>
            <a:xfrm>
              <a:off x="7375796" y="4088675"/>
              <a:ext cx="468008" cy="405787"/>
              <a:chOff x="3838575" y="2173288"/>
              <a:chExt cx="823913" cy="714375"/>
            </a:xfrm>
          </p:grpSpPr>
          <p:sp>
            <p:nvSpPr>
              <p:cNvPr id="44" name="Freeform 12"/>
              <p:cNvSpPr/>
              <p:nvPr/>
            </p:nvSpPr>
            <p:spPr bwMode="auto">
              <a:xfrm>
                <a:off x="3838575" y="2173288"/>
                <a:ext cx="823913" cy="714375"/>
              </a:xfrm>
              <a:custGeom>
                <a:avLst/>
                <a:gdLst>
                  <a:gd name="T0" fmla="*/ 18 w 248"/>
                  <a:gd name="T1" fmla="*/ 209 h 215"/>
                  <a:gd name="T2" fmla="*/ 79 w 248"/>
                  <a:gd name="T3" fmla="*/ 186 h 215"/>
                  <a:gd name="T4" fmla="*/ 89 w 248"/>
                  <a:gd name="T5" fmla="*/ 186 h 215"/>
                  <a:gd name="T6" fmla="*/ 159 w 248"/>
                  <a:gd name="T7" fmla="*/ 214 h 215"/>
                  <a:gd name="T8" fmla="*/ 169 w 248"/>
                  <a:gd name="T9" fmla="*/ 214 h 215"/>
                  <a:gd name="T10" fmla="*/ 240 w 248"/>
                  <a:gd name="T11" fmla="*/ 187 h 215"/>
                  <a:gd name="T12" fmla="*/ 248 w 248"/>
                  <a:gd name="T13" fmla="*/ 175 h 215"/>
                  <a:gd name="T14" fmla="*/ 248 w 248"/>
                  <a:gd name="T15" fmla="*/ 19 h 215"/>
                  <a:gd name="T16" fmla="*/ 230 w 248"/>
                  <a:gd name="T17" fmla="*/ 7 h 215"/>
                  <a:gd name="T18" fmla="*/ 169 w 248"/>
                  <a:gd name="T19" fmla="*/ 30 h 215"/>
                  <a:gd name="T20" fmla="*/ 159 w 248"/>
                  <a:gd name="T21" fmla="*/ 30 h 215"/>
                  <a:gd name="T22" fmla="*/ 89 w 248"/>
                  <a:gd name="T23" fmla="*/ 2 h 215"/>
                  <a:gd name="T24" fmla="*/ 79 w 248"/>
                  <a:gd name="T25" fmla="*/ 2 h 215"/>
                  <a:gd name="T26" fmla="*/ 8 w 248"/>
                  <a:gd name="T27" fmla="*/ 29 h 215"/>
                  <a:gd name="T28" fmla="*/ 0 w 248"/>
                  <a:gd name="T29" fmla="*/ 41 h 215"/>
                  <a:gd name="T30" fmla="*/ 0 w 248"/>
                  <a:gd name="T31" fmla="*/ 197 h 215"/>
                  <a:gd name="T32" fmla="*/ 18 w 248"/>
                  <a:gd name="T33" fmla="*/ 209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8" h="215">
                    <a:moveTo>
                      <a:pt x="18" y="209"/>
                    </a:moveTo>
                    <a:cubicBezTo>
                      <a:pt x="79" y="186"/>
                      <a:pt x="79" y="186"/>
                      <a:pt x="79" y="186"/>
                    </a:cubicBezTo>
                    <a:cubicBezTo>
                      <a:pt x="82" y="184"/>
                      <a:pt x="86" y="185"/>
                      <a:pt x="89" y="186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2" y="215"/>
                      <a:pt x="166" y="215"/>
                      <a:pt x="169" y="214"/>
                    </a:cubicBezTo>
                    <a:cubicBezTo>
                      <a:pt x="240" y="187"/>
                      <a:pt x="240" y="187"/>
                      <a:pt x="240" y="187"/>
                    </a:cubicBezTo>
                    <a:cubicBezTo>
                      <a:pt x="245" y="185"/>
                      <a:pt x="248" y="180"/>
                      <a:pt x="248" y="175"/>
                    </a:cubicBezTo>
                    <a:cubicBezTo>
                      <a:pt x="248" y="19"/>
                      <a:pt x="248" y="19"/>
                      <a:pt x="248" y="19"/>
                    </a:cubicBezTo>
                    <a:cubicBezTo>
                      <a:pt x="248" y="10"/>
                      <a:pt x="239" y="3"/>
                      <a:pt x="230" y="7"/>
                    </a:cubicBezTo>
                    <a:cubicBezTo>
                      <a:pt x="169" y="30"/>
                      <a:pt x="169" y="30"/>
                      <a:pt x="169" y="30"/>
                    </a:cubicBezTo>
                    <a:cubicBezTo>
                      <a:pt x="166" y="31"/>
                      <a:pt x="162" y="31"/>
                      <a:pt x="159" y="30"/>
                    </a:cubicBezTo>
                    <a:cubicBezTo>
                      <a:pt x="89" y="2"/>
                      <a:pt x="89" y="2"/>
                      <a:pt x="89" y="2"/>
                    </a:cubicBezTo>
                    <a:cubicBezTo>
                      <a:pt x="86" y="1"/>
                      <a:pt x="82" y="0"/>
                      <a:pt x="79" y="2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3" y="31"/>
                      <a:pt x="0" y="35"/>
                      <a:pt x="0" y="41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206"/>
                      <a:pt x="9" y="212"/>
                      <a:pt x="18" y="209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5" name="Line 13"/>
              <p:cNvSpPr>
                <a:spLocks noChangeShapeType="1"/>
              </p:cNvSpPr>
              <p:nvPr/>
            </p:nvSpPr>
            <p:spPr bwMode="auto">
              <a:xfrm>
                <a:off x="4117975" y="2182813"/>
                <a:ext cx="0" cy="6016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6" name="Line 14"/>
              <p:cNvSpPr>
                <a:spLocks noChangeShapeType="1"/>
              </p:cNvSpPr>
              <p:nvPr/>
            </p:nvSpPr>
            <p:spPr bwMode="auto">
              <a:xfrm>
                <a:off x="4383088" y="2279650"/>
                <a:ext cx="0" cy="59848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0" name="淘宝网chenying0907出品 49"/>
          <p:cNvGrpSpPr/>
          <p:nvPr/>
        </p:nvGrpSpPr>
        <p:grpSpPr>
          <a:xfrm>
            <a:off x="76896" y="3887095"/>
            <a:ext cx="597191" cy="597191"/>
            <a:chOff x="7237332" y="5248859"/>
            <a:chExt cx="716629" cy="716629"/>
          </a:xfrm>
        </p:grpSpPr>
        <p:sp>
          <p:nvSpPr>
            <p:cNvPr id="36" name="淘宝网chenying0907出品 35"/>
            <p:cNvSpPr/>
            <p:nvPr/>
          </p:nvSpPr>
          <p:spPr>
            <a:xfrm>
              <a:off x="7237332" y="5248859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7" name="淘宝网chenying0907出品 46"/>
            <p:cNvGrpSpPr/>
            <p:nvPr/>
          </p:nvGrpSpPr>
          <p:grpSpPr>
            <a:xfrm>
              <a:off x="7362671" y="5371212"/>
              <a:ext cx="481134" cy="482061"/>
              <a:chOff x="7080367" y="3582376"/>
              <a:chExt cx="823913" cy="825500"/>
            </a:xfrm>
          </p:grpSpPr>
          <p:sp>
            <p:nvSpPr>
              <p:cNvPr id="48" name="Freeform 51"/>
              <p:cNvSpPr/>
              <p:nvPr/>
            </p:nvSpPr>
            <p:spPr bwMode="auto">
              <a:xfrm>
                <a:off x="7080367" y="3582376"/>
                <a:ext cx="823913" cy="825500"/>
              </a:xfrm>
              <a:custGeom>
                <a:avLst/>
                <a:gdLst>
                  <a:gd name="T0" fmla="*/ 112 w 248"/>
                  <a:gd name="T1" fmla="*/ 0 h 248"/>
                  <a:gd name="T2" fmla="*/ 100 w 248"/>
                  <a:gd name="T3" fmla="*/ 27 h 248"/>
                  <a:gd name="T4" fmla="*/ 83 w 248"/>
                  <a:gd name="T5" fmla="*/ 42 h 248"/>
                  <a:gd name="T6" fmla="*/ 60 w 248"/>
                  <a:gd name="T7" fmla="*/ 28 h 248"/>
                  <a:gd name="T8" fmla="*/ 28 w 248"/>
                  <a:gd name="T9" fmla="*/ 44 h 248"/>
                  <a:gd name="T10" fmla="*/ 39 w 248"/>
                  <a:gd name="T11" fmla="*/ 71 h 248"/>
                  <a:gd name="T12" fmla="*/ 39 w 248"/>
                  <a:gd name="T13" fmla="*/ 92 h 248"/>
                  <a:gd name="T14" fmla="*/ 12 w 248"/>
                  <a:gd name="T15" fmla="*/ 100 h 248"/>
                  <a:gd name="T16" fmla="*/ 0 w 248"/>
                  <a:gd name="T17" fmla="*/ 136 h 248"/>
                  <a:gd name="T18" fmla="*/ 27 w 248"/>
                  <a:gd name="T19" fmla="*/ 148 h 248"/>
                  <a:gd name="T20" fmla="*/ 42 w 248"/>
                  <a:gd name="T21" fmla="*/ 165 h 248"/>
                  <a:gd name="T22" fmla="*/ 28 w 248"/>
                  <a:gd name="T23" fmla="*/ 188 h 248"/>
                  <a:gd name="T24" fmla="*/ 44 w 248"/>
                  <a:gd name="T25" fmla="*/ 220 h 248"/>
                  <a:gd name="T26" fmla="*/ 71 w 248"/>
                  <a:gd name="T27" fmla="*/ 209 h 248"/>
                  <a:gd name="T28" fmla="*/ 92 w 248"/>
                  <a:gd name="T29" fmla="*/ 209 h 248"/>
                  <a:gd name="T30" fmla="*/ 100 w 248"/>
                  <a:gd name="T31" fmla="*/ 236 h 248"/>
                  <a:gd name="T32" fmla="*/ 124 w 248"/>
                  <a:gd name="T33" fmla="*/ 248 h 248"/>
                  <a:gd name="T34" fmla="*/ 148 w 248"/>
                  <a:gd name="T35" fmla="*/ 236 h 248"/>
                  <a:gd name="T36" fmla="*/ 156 w 248"/>
                  <a:gd name="T37" fmla="*/ 209 h 248"/>
                  <a:gd name="T38" fmla="*/ 177 w 248"/>
                  <a:gd name="T39" fmla="*/ 209 h 248"/>
                  <a:gd name="T40" fmla="*/ 204 w 248"/>
                  <a:gd name="T41" fmla="*/ 220 h 248"/>
                  <a:gd name="T42" fmla="*/ 220 w 248"/>
                  <a:gd name="T43" fmla="*/ 188 h 248"/>
                  <a:gd name="T44" fmla="*/ 206 w 248"/>
                  <a:gd name="T45" fmla="*/ 165 h 248"/>
                  <a:gd name="T46" fmla="*/ 221 w 248"/>
                  <a:gd name="T47" fmla="*/ 148 h 248"/>
                  <a:gd name="T48" fmla="*/ 248 w 248"/>
                  <a:gd name="T49" fmla="*/ 136 h 248"/>
                  <a:gd name="T50" fmla="*/ 236 w 248"/>
                  <a:gd name="T51" fmla="*/ 100 h 248"/>
                  <a:gd name="T52" fmla="*/ 209 w 248"/>
                  <a:gd name="T53" fmla="*/ 92 h 248"/>
                  <a:gd name="T54" fmla="*/ 209 w 248"/>
                  <a:gd name="T55" fmla="*/ 71 h 248"/>
                  <a:gd name="T56" fmla="*/ 220 w 248"/>
                  <a:gd name="T57" fmla="*/ 44 h 248"/>
                  <a:gd name="T58" fmla="*/ 188 w 248"/>
                  <a:gd name="T59" fmla="*/ 28 h 248"/>
                  <a:gd name="T60" fmla="*/ 165 w 248"/>
                  <a:gd name="T61" fmla="*/ 42 h 248"/>
                  <a:gd name="T62" fmla="*/ 148 w 248"/>
                  <a:gd name="T63" fmla="*/ 27 h 248"/>
                  <a:gd name="T64" fmla="*/ 136 w 248"/>
                  <a:gd name="T65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8" h="248">
                    <a:moveTo>
                      <a:pt x="124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5" y="0"/>
                      <a:pt x="100" y="5"/>
                      <a:pt x="100" y="12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33"/>
                      <a:pt x="97" y="37"/>
                      <a:pt x="92" y="39"/>
                    </a:cubicBezTo>
                    <a:cubicBezTo>
                      <a:pt x="83" y="42"/>
                      <a:pt x="83" y="42"/>
                      <a:pt x="83" y="42"/>
                    </a:cubicBezTo>
                    <a:cubicBezTo>
                      <a:pt x="79" y="43"/>
                      <a:pt x="74" y="42"/>
                      <a:pt x="71" y="39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56" y="24"/>
                      <a:pt x="48" y="24"/>
                      <a:pt x="44" y="28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4" y="48"/>
                      <a:pt x="24" y="56"/>
                      <a:pt x="28" y="60"/>
                    </a:cubicBezTo>
                    <a:cubicBezTo>
                      <a:pt x="39" y="71"/>
                      <a:pt x="39" y="71"/>
                      <a:pt x="39" y="71"/>
                    </a:cubicBezTo>
                    <a:cubicBezTo>
                      <a:pt x="42" y="74"/>
                      <a:pt x="43" y="79"/>
                      <a:pt x="42" y="8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7" y="97"/>
                      <a:pt x="33" y="100"/>
                      <a:pt x="27" y="100"/>
                    </a:cubicBezTo>
                    <a:cubicBezTo>
                      <a:pt x="12" y="100"/>
                      <a:pt x="12" y="100"/>
                      <a:pt x="12" y="100"/>
                    </a:cubicBezTo>
                    <a:cubicBezTo>
                      <a:pt x="5" y="100"/>
                      <a:pt x="0" y="105"/>
                      <a:pt x="0" y="112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43"/>
                      <a:pt x="5" y="148"/>
                      <a:pt x="12" y="148"/>
                    </a:cubicBezTo>
                    <a:cubicBezTo>
                      <a:pt x="27" y="148"/>
                      <a:pt x="27" y="148"/>
                      <a:pt x="27" y="148"/>
                    </a:cubicBezTo>
                    <a:cubicBezTo>
                      <a:pt x="33" y="148"/>
                      <a:pt x="37" y="151"/>
                      <a:pt x="39" y="156"/>
                    </a:cubicBezTo>
                    <a:cubicBezTo>
                      <a:pt x="42" y="165"/>
                      <a:pt x="42" y="165"/>
                      <a:pt x="42" y="165"/>
                    </a:cubicBezTo>
                    <a:cubicBezTo>
                      <a:pt x="43" y="169"/>
                      <a:pt x="42" y="174"/>
                      <a:pt x="39" y="177"/>
                    </a:cubicBezTo>
                    <a:cubicBezTo>
                      <a:pt x="28" y="188"/>
                      <a:pt x="28" y="188"/>
                      <a:pt x="28" y="188"/>
                    </a:cubicBezTo>
                    <a:cubicBezTo>
                      <a:pt x="24" y="192"/>
                      <a:pt x="24" y="200"/>
                      <a:pt x="28" y="204"/>
                    </a:cubicBezTo>
                    <a:cubicBezTo>
                      <a:pt x="44" y="220"/>
                      <a:pt x="44" y="220"/>
                      <a:pt x="44" y="220"/>
                    </a:cubicBezTo>
                    <a:cubicBezTo>
                      <a:pt x="48" y="224"/>
                      <a:pt x="56" y="224"/>
                      <a:pt x="60" y="220"/>
                    </a:cubicBezTo>
                    <a:cubicBezTo>
                      <a:pt x="71" y="209"/>
                      <a:pt x="71" y="209"/>
                      <a:pt x="71" y="209"/>
                    </a:cubicBezTo>
                    <a:cubicBezTo>
                      <a:pt x="74" y="206"/>
                      <a:pt x="79" y="205"/>
                      <a:pt x="83" y="206"/>
                    </a:cubicBezTo>
                    <a:cubicBezTo>
                      <a:pt x="92" y="209"/>
                      <a:pt x="92" y="209"/>
                      <a:pt x="92" y="209"/>
                    </a:cubicBezTo>
                    <a:cubicBezTo>
                      <a:pt x="97" y="211"/>
                      <a:pt x="100" y="215"/>
                      <a:pt x="100" y="221"/>
                    </a:cubicBezTo>
                    <a:cubicBezTo>
                      <a:pt x="100" y="236"/>
                      <a:pt x="100" y="236"/>
                      <a:pt x="100" y="236"/>
                    </a:cubicBezTo>
                    <a:cubicBezTo>
                      <a:pt x="100" y="243"/>
                      <a:pt x="105" y="248"/>
                      <a:pt x="112" y="248"/>
                    </a:cubicBezTo>
                    <a:cubicBezTo>
                      <a:pt x="124" y="248"/>
                      <a:pt x="124" y="248"/>
                      <a:pt x="124" y="248"/>
                    </a:cubicBezTo>
                    <a:cubicBezTo>
                      <a:pt x="136" y="248"/>
                      <a:pt x="136" y="248"/>
                      <a:pt x="136" y="248"/>
                    </a:cubicBezTo>
                    <a:cubicBezTo>
                      <a:pt x="143" y="248"/>
                      <a:pt x="148" y="243"/>
                      <a:pt x="148" y="236"/>
                    </a:cubicBezTo>
                    <a:cubicBezTo>
                      <a:pt x="148" y="221"/>
                      <a:pt x="148" y="221"/>
                      <a:pt x="148" y="221"/>
                    </a:cubicBezTo>
                    <a:cubicBezTo>
                      <a:pt x="148" y="215"/>
                      <a:pt x="151" y="211"/>
                      <a:pt x="156" y="209"/>
                    </a:cubicBezTo>
                    <a:cubicBezTo>
                      <a:pt x="165" y="206"/>
                      <a:pt x="165" y="206"/>
                      <a:pt x="165" y="206"/>
                    </a:cubicBezTo>
                    <a:cubicBezTo>
                      <a:pt x="169" y="205"/>
                      <a:pt x="174" y="206"/>
                      <a:pt x="177" y="209"/>
                    </a:cubicBezTo>
                    <a:cubicBezTo>
                      <a:pt x="188" y="220"/>
                      <a:pt x="188" y="220"/>
                      <a:pt x="188" y="220"/>
                    </a:cubicBezTo>
                    <a:cubicBezTo>
                      <a:pt x="192" y="224"/>
                      <a:pt x="200" y="224"/>
                      <a:pt x="204" y="220"/>
                    </a:cubicBezTo>
                    <a:cubicBezTo>
                      <a:pt x="220" y="204"/>
                      <a:pt x="220" y="204"/>
                      <a:pt x="220" y="204"/>
                    </a:cubicBezTo>
                    <a:cubicBezTo>
                      <a:pt x="224" y="200"/>
                      <a:pt x="224" y="192"/>
                      <a:pt x="220" y="188"/>
                    </a:cubicBezTo>
                    <a:cubicBezTo>
                      <a:pt x="209" y="177"/>
                      <a:pt x="209" y="177"/>
                      <a:pt x="209" y="177"/>
                    </a:cubicBezTo>
                    <a:cubicBezTo>
                      <a:pt x="206" y="174"/>
                      <a:pt x="205" y="169"/>
                      <a:pt x="206" y="165"/>
                    </a:cubicBezTo>
                    <a:cubicBezTo>
                      <a:pt x="209" y="156"/>
                      <a:pt x="209" y="156"/>
                      <a:pt x="209" y="156"/>
                    </a:cubicBezTo>
                    <a:cubicBezTo>
                      <a:pt x="211" y="151"/>
                      <a:pt x="215" y="148"/>
                      <a:pt x="221" y="148"/>
                    </a:cubicBezTo>
                    <a:cubicBezTo>
                      <a:pt x="236" y="148"/>
                      <a:pt x="236" y="148"/>
                      <a:pt x="236" y="148"/>
                    </a:cubicBezTo>
                    <a:cubicBezTo>
                      <a:pt x="243" y="148"/>
                      <a:pt x="248" y="143"/>
                      <a:pt x="248" y="136"/>
                    </a:cubicBezTo>
                    <a:cubicBezTo>
                      <a:pt x="248" y="112"/>
                      <a:pt x="248" y="112"/>
                      <a:pt x="248" y="112"/>
                    </a:cubicBezTo>
                    <a:cubicBezTo>
                      <a:pt x="248" y="105"/>
                      <a:pt x="243" y="100"/>
                      <a:pt x="236" y="100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15" y="100"/>
                      <a:pt x="211" y="97"/>
                      <a:pt x="209" y="92"/>
                    </a:cubicBezTo>
                    <a:cubicBezTo>
                      <a:pt x="206" y="83"/>
                      <a:pt x="206" y="83"/>
                      <a:pt x="206" y="83"/>
                    </a:cubicBezTo>
                    <a:cubicBezTo>
                      <a:pt x="205" y="79"/>
                      <a:pt x="206" y="74"/>
                      <a:pt x="209" y="71"/>
                    </a:cubicBezTo>
                    <a:cubicBezTo>
                      <a:pt x="220" y="60"/>
                      <a:pt x="220" y="60"/>
                      <a:pt x="220" y="60"/>
                    </a:cubicBezTo>
                    <a:cubicBezTo>
                      <a:pt x="224" y="56"/>
                      <a:pt x="224" y="48"/>
                      <a:pt x="220" y="44"/>
                    </a:cubicBezTo>
                    <a:cubicBezTo>
                      <a:pt x="204" y="28"/>
                      <a:pt x="204" y="28"/>
                      <a:pt x="204" y="28"/>
                    </a:cubicBezTo>
                    <a:cubicBezTo>
                      <a:pt x="200" y="24"/>
                      <a:pt x="192" y="24"/>
                      <a:pt x="188" y="28"/>
                    </a:cubicBezTo>
                    <a:cubicBezTo>
                      <a:pt x="177" y="39"/>
                      <a:pt x="177" y="39"/>
                      <a:pt x="177" y="39"/>
                    </a:cubicBezTo>
                    <a:cubicBezTo>
                      <a:pt x="174" y="42"/>
                      <a:pt x="169" y="43"/>
                      <a:pt x="165" y="42"/>
                    </a:cubicBezTo>
                    <a:cubicBezTo>
                      <a:pt x="156" y="39"/>
                      <a:pt x="156" y="39"/>
                      <a:pt x="156" y="39"/>
                    </a:cubicBezTo>
                    <a:cubicBezTo>
                      <a:pt x="151" y="37"/>
                      <a:pt x="148" y="33"/>
                      <a:pt x="148" y="27"/>
                    </a:cubicBezTo>
                    <a:cubicBezTo>
                      <a:pt x="148" y="12"/>
                      <a:pt x="148" y="12"/>
                      <a:pt x="148" y="12"/>
                    </a:cubicBezTo>
                    <a:cubicBezTo>
                      <a:pt x="148" y="5"/>
                      <a:pt x="143" y="0"/>
                      <a:pt x="136" y="0"/>
                    </a:cubicBezTo>
                    <a:lnTo>
                      <a:pt x="124" y="0"/>
                    </a:ln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9" name="Freeform 52"/>
              <p:cNvSpPr/>
              <p:nvPr/>
            </p:nvSpPr>
            <p:spPr bwMode="auto">
              <a:xfrm>
                <a:off x="7402629" y="3904639"/>
                <a:ext cx="179388" cy="179388"/>
              </a:xfrm>
              <a:custGeom>
                <a:avLst/>
                <a:gdLst>
                  <a:gd name="T0" fmla="*/ 50 w 54"/>
                  <a:gd name="T1" fmla="*/ 32 h 54"/>
                  <a:gd name="T2" fmla="*/ 22 w 54"/>
                  <a:gd name="T3" fmla="*/ 4 h 54"/>
                  <a:gd name="T4" fmla="*/ 4 w 54"/>
                  <a:gd name="T5" fmla="*/ 22 h 54"/>
                  <a:gd name="T6" fmla="*/ 32 w 54"/>
                  <a:gd name="T7" fmla="*/ 50 h 54"/>
                  <a:gd name="T8" fmla="*/ 50 w 54"/>
                  <a:gd name="T9" fmla="*/ 3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50" y="32"/>
                    </a:moveTo>
                    <a:cubicBezTo>
                      <a:pt x="54" y="15"/>
                      <a:pt x="39" y="0"/>
                      <a:pt x="22" y="4"/>
                    </a:cubicBezTo>
                    <a:cubicBezTo>
                      <a:pt x="13" y="6"/>
                      <a:pt x="6" y="13"/>
                      <a:pt x="4" y="22"/>
                    </a:cubicBezTo>
                    <a:cubicBezTo>
                      <a:pt x="0" y="39"/>
                      <a:pt x="15" y="54"/>
                      <a:pt x="32" y="50"/>
                    </a:cubicBezTo>
                    <a:cubicBezTo>
                      <a:pt x="41" y="48"/>
                      <a:pt x="48" y="41"/>
                      <a:pt x="50" y="32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4316095" y="317500"/>
            <a:ext cx="16922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成绩评定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4548" y="800735"/>
            <a:ext cx="9338893" cy="44396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latinLnBrk="0" hangingPunct="1">
              <a:lnSpc>
                <a:spcPts val="2660"/>
              </a:lnSpc>
              <a:spcAft>
                <a:spcPts val="0"/>
              </a:spcAft>
            </a:pP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平时（50）</a:t>
            </a:r>
            <a:endParaRPr lang="en-US" altLang="zh-CN" sz="16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266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1. .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平时作业和测验（</a:t>
            </a: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线上学习、课前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课堂测试、课后作业完成情况、</a:t>
            </a:r>
            <a:r>
              <a:rPr lang="en-US" altLang="zh-CN" sz="1600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态度和正确率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16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auto" latinLnBrk="0" hangingPunct="1">
              <a:lnSpc>
                <a:spcPts val="266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Topic主题演讲（</a:t>
            </a: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15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）：</a:t>
            </a:r>
            <a:r>
              <a:rPr lang="en-US" altLang="zh-CN" sz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2~3人一组，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针对</a:t>
            </a:r>
            <a:r>
              <a:rPr lang="en-US" altLang="zh-CN" sz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一个主题进行讨论研究（包括技术背景、技术发展现状、具体技术原理介绍、典型应用、应用案例，及未来发展趋势、展望等，最后要列出参考文献），</a:t>
            </a:r>
            <a:r>
              <a:rPr lang="en-US" altLang="zh-CN" sz="1200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并做PPT汇报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；（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要自己理解明白后再讲，不要照着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PPT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念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en-US" altLang="zh-CN" sz="14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 eaLnBrk="1" fontAlgn="auto" latinLnBrk="0" hangingPunct="1">
              <a:lnSpc>
                <a:spcPts val="3300"/>
              </a:lnSpc>
              <a:spcAft>
                <a:spcPts val="0"/>
              </a:spcAft>
              <a:buClrTx/>
              <a:buSzTx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要点：</a:t>
            </a: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PPT设计的逻辑性</a:t>
            </a: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简洁性</a:t>
            </a: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主题突出性</a:t>
            </a: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PPT内容的</a:t>
            </a: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知识性；</a:t>
            </a: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讲解清晰性与个人理解的深度</a:t>
            </a: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altLang="en-US" sz="1100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每人需讲</a:t>
            </a:r>
            <a:r>
              <a:rPr lang="en-US" altLang="zh-CN" sz="1100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1100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分钟左右，共</a:t>
            </a: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20~30</a:t>
            </a: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分钟；</a:t>
            </a:r>
            <a:endParaRPr lang="en-US" altLang="zh-CN" sz="11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ts val="33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实时新闻分享</a:t>
            </a: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(4)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1400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关注</a:t>
            </a:r>
            <a:r>
              <a:rPr lang="en-US" altLang="zh-CN" sz="14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最新</a:t>
            </a:r>
            <a:r>
              <a:rPr lang="en-US" altLang="zh-CN" sz="1400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研究动态、安全新闻等，课上分享（把分享的内容讲清楚，制作成PPT或视频形式，其他同学提问题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1400" dirty="0">
                <a:sym typeface="+mn-ea"/>
              </a:rPr>
              <a:t>，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要求PPT内容新鲜、有趣，且有个人的观点或看法。3~5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分钟；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（新闻要求近一个月发生的）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3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线上讨论话题发表观点</a:t>
            </a: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(5) :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实名，匿名无分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针对平台“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主题讨论区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发布的讨论主题发表自己的观点，要有自己的见解，不可照搬晚上的，不可复制别人的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3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5. 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线上知识分享（</a:t>
            </a: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实名，匿名无分</a:t>
            </a:r>
            <a:r>
              <a:rPr lang="zh-CN" altLang="en-US" sz="12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把平时看到的有用的安全知识分享到线上“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安全知识分享区”</a:t>
            </a:r>
            <a:endParaRPr lang="en-US" altLang="zh-CN"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ts val="3300"/>
              </a:lnSpc>
              <a:spcAft>
                <a:spcPts val="0"/>
              </a:spcAft>
            </a:pP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6. 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课堂表现（</a:t>
            </a: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课堂讨论表现 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，针对线上学习以及别人的分享，积极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思考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、提问、回答、总结等。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819" y="4177885"/>
            <a:ext cx="2709367" cy="26962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917" y="3804738"/>
            <a:ext cx="4209524" cy="380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0" name="淘宝网chenying0907出品 9"/>
          <p:cNvCxnSpPr/>
          <p:nvPr/>
        </p:nvCxnSpPr>
        <p:spPr>
          <a:xfrm>
            <a:off x="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/>
          <p:cNvSpPr txBox="1"/>
          <p:nvPr/>
        </p:nvSpPr>
        <p:spPr>
          <a:xfrm>
            <a:off x="919018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04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24265" y="279972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课程授课团队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06" y="1357952"/>
            <a:ext cx="1507942" cy="1934995"/>
          </a:xfrm>
          <a:prstGeom prst="rect">
            <a:avLst/>
          </a:prstGeom>
        </p:spPr>
      </p:pic>
      <p:pic>
        <p:nvPicPr>
          <p:cNvPr id="29" name="Picture 2" descr="头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493" y="1363562"/>
            <a:ext cx="1279833" cy="192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文本框 30"/>
          <p:cNvSpPr txBox="1"/>
          <p:nvPr/>
        </p:nvSpPr>
        <p:spPr>
          <a:xfrm>
            <a:off x="2292162" y="3340678"/>
            <a:ext cx="25104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吕秋云副教授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269689" y="3292947"/>
            <a:ext cx="251049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王秋华教授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6987055" y="3307336"/>
            <a:ext cx="25104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陈黎丽博士</a:t>
            </a:r>
          </a:p>
        </p:txBody>
      </p:sp>
      <p:pic>
        <p:nvPicPr>
          <p:cNvPr id="14" name="Picture 4" descr="头像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052" y="1357952"/>
            <a:ext cx="1566111" cy="192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/>
          <p:cNvSpPr txBox="1"/>
          <p:nvPr/>
        </p:nvSpPr>
        <p:spPr>
          <a:xfrm>
            <a:off x="4839927" y="3325573"/>
            <a:ext cx="189963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高梦州副教授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120" y="1340700"/>
            <a:ext cx="1300361" cy="188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424232"/>
              </p:ext>
            </p:extLst>
          </p:nvPr>
        </p:nvGraphicFramePr>
        <p:xfrm>
          <a:off x="1447799" y="798679"/>
          <a:ext cx="6972302" cy="4827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9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81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+mj-ea"/>
                          <a:ea typeface="+mj-ea"/>
                        </a:rPr>
                        <a:t>主讲老师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+mj-ea"/>
                          <a:ea typeface="+mj-ea"/>
                        </a:rPr>
                        <a:t>主讲内容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+mj-ea"/>
                          <a:ea typeface="+mj-ea"/>
                        </a:rPr>
                        <a:t>教学学时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195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j-ea"/>
                          <a:ea typeface="+mj-ea"/>
                        </a:rPr>
                        <a:t>陈黎丽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auto" latinLnBrk="0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第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六</a:t>
                      </a: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章：</a:t>
                      </a:r>
                      <a:r>
                        <a:rPr lang="en-US" altLang="zh-CN" sz="1600" b="1" kern="100" dirty="0">
                          <a:effectLst/>
                          <a:latin typeface="+mj-ea"/>
                          <a:ea typeface="+mj-ea"/>
                        </a:rPr>
                        <a:t>Web</a:t>
                      </a: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攻击与防御技术</a:t>
                      </a:r>
                      <a:endParaRPr lang="zh-CN" alt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+mj-ea"/>
                          <a:ea typeface="+mj-ea"/>
                        </a:rPr>
                        <a:t>6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auto" latinLnBrk="0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第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七</a:t>
                      </a: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章：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恶意代码</a:t>
                      </a:r>
                      <a:endParaRPr lang="zh-CN" alt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34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auto" latinLnBrk="0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第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八</a:t>
                      </a: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章：防火墙</a:t>
                      </a:r>
                      <a:endParaRPr 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939030"/>
                  </a:ext>
                </a:extLst>
              </a:tr>
              <a:tr h="41938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j-ea"/>
                          <a:ea typeface="+mj-ea"/>
                        </a:rPr>
                        <a:t>王秋华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00"/>
                        </a:lnSpc>
                      </a:pPr>
                      <a:r>
                        <a:rPr lang="zh-CN" sz="1600" b="1" kern="100" dirty="0">
                          <a:effectLst/>
                          <a:latin typeface="+mj-ea"/>
                          <a:ea typeface="+mj-ea"/>
                        </a:rPr>
                        <a:t>第一章：网络安全概论</a:t>
                      </a:r>
                      <a:endParaRPr 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1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00"/>
                        </a:lnSpc>
                      </a:pPr>
                      <a:r>
                        <a:rPr lang="zh-CN" sz="1600" b="1" kern="100" dirty="0">
                          <a:effectLst/>
                          <a:latin typeface="+mj-ea"/>
                          <a:ea typeface="+mj-ea"/>
                        </a:rPr>
                        <a:t>第二章：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局域网</a:t>
                      </a:r>
                      <a:r>
                        <a:rPr lang="zh-CN" sz="1600" b="1" kern="100" dirty="0">
                          <a:effectLst/>
                          <a:latin typeface="+mj-ea"/>
                          <a:ea typeface="+mj-ea"/>
                        </a:rPr>
                        <a:t>网络攻击与防御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技术</a:t>
                      </a:r>
                      <a:endParaRPr 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j-ea"/>
                          <a:ea typeface="+mj-ea"/>
                        </a:rPr>
                        <a:t>9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195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j-ea"/>
                          <a:ea typeface="+mj-ea"/>
                        </a:rPr>
                        <a:t>吕秋云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auto" latinLnBrk="0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第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三</a:t>
                      </a: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章：安全技术基础</a:t>
                      </a:r>
                      <a:endParaRPr lang="zh-CN" alt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j-ea"/>
                          <a:ea typeface="+mj-ea"/>
                        </a:rPr>
                        <a:t>6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1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auto" latinLnBrk="0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第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四</a:t>
                      </a: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章：网络安全协议</a:t>
                      </a:r>
                      <a:endParaRPr 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1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auto" latinLnBrk="0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第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五</a:t>
                      </a: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章：无线局域网安全技术</a:t>
                      </a:r>
                      <a:endParaRPr lang="zh-CN" alt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195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+mj-ea"/>
                          <a:ea typeface="+mj-ea"/>
                        </a:rPr>
                        <a:t>高梦州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auto" latinLnBrk="0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第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九</a:t>
                      </a: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章：互联网安全技术</a:t>
                      </a:r>
                      <a:endParaRPr 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1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auto" latinLnBrk="0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第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十</a:t>
                      </a: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章：入侵检测系统</a:t>
                      </a:r>
                      <a:endParaRPr lang="zh-CN" alt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j-ea"/>
                          <a:ea typeface="+mj-ea"/>
                        </a:rPr>
                        <a:t>6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1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1" fontAlgn="auto" latinLnBrk="0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1600" b="1" kern="100" dirty="0">
                          <a:effectLst/>
                          <a:latin typeface="+mj-ea"/>
                          <a:ea typeface="+mj-ea"/>
                        </a:rPr>
                        <a:t>第十</a:t>
                      </a:r>
                      <a:r>
                        <a:rPr lang="zh-CN" altLang="en-US" sz="1600" b="1" kern="100" dirty="0">
                          <a:effectLst/>
                          <a:latin typeface="+mj-ea"/>
                          <a:ea typeface="+mj-ea"/>
                        </a:rPr>
                        <a:t>一</a:t>
                      </a:r>
                      <a:r>
                        <a:rPr lang="zh-CN" sz="1600" b="1" kern="100" dirty="0">
                          <a:effectLst/>
                          <a:latin typeface="+mj-ea"/>
                          <a:ea typeface="+mj-ea"/>
                        </a:rPr>
                        <a:t>章：</a:t>
                      </a:r>
                      <a:r>
                        <a:rPr lang="zh-CN" altLang="zh-CN" sz="1600" b="1" kern="100" dirty="0">
                          <a:effectLst/>
                          <a:latin typeface="+mj-ea"/>
                          <a:ea typeface="+mj-ea"/>
                        </a:rPr>
                        <a:t>虚拟专用网络</a:t>
                      </a:r>
                      <a:r>
                        <a:rPr lang="en-US" altLang="zh-CN" sz="1600" b="1" kern="100" dirty="0">
                          <a:effectLst/>
                          <a:latin typeface="+mj-ea"/>
                          <a:ea typeface="+mj-ea"/>
                        </a:rPr>
                        <a:t>VPN</a:t>
                      </a:r>
                      <a:endParaRPr lang="zh-CN" sz="1600" b="1" kern="100" dirty="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322" marR="4132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+mj-ea"/>
                          <a:ea typeface="+mj-ea"/>
                        </a:rPr>
                        <a:t>3</a:t>
                      </a:r>
                      <a:endParaRPr lang="zh-CN" altLang="en-US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480" y="88898"/>
            <a:ext cx="10081261" cy="46038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28589" y="88898"/>
            <a:ext cx="36294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授课教师与理论授课内容安排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Slide Number Placeholder 5"/>
          <p:cNvSpPr txBox="1"/>
          <p:nvPr/>
        </p:nvSpPr>
        <p:spPr>
          <a:xfrm>
            <a:off x="906064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08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480" y="88898"/>
            <a:ext cx="10081261" cy="46038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28589" y="88898"/>
            <a:ext cx="36294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授课教师与理论授课内容安排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Slide Number Placeholder 5"/>
          <p:cNvSpPr txBox="1"/>
          <p:nvPr/>
        </p:nvSpPr>
        <p:spPr>
          <a:xfrm>
            <a:off x="906064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08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 flipH="1">
            <a:off x="8895472" y="1307142"/>
            <a:ext cx="1264528" cy="3367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每次实验节数会根据实验室使用情况进行调整，由当次上课老师提前通知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D6F97AC-3DB2-1700-829E-3B131CE28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9" y="1040461"/>
            <a:ext cx="8830393" cy="41437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88898"/>
            <a:ext cx="10160000" cy="46038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12944" y="150760"/>
            <a:ext cx="31341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授课教师与实验内容安排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Slide Number Placeholder 5"/>
          <p:cNvSpPr txBox="1"/>
          <p:nvPr/>
        </p:nvSpPr>
        <p:spPr>
          <a:xfrm>
            <a:off x="906064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09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DF643CD-65D6-ED37-D7D8-9AD86D3AB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757" y="549280"/>
            <a:ext cx="5448299" cy="516572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72312F5-6A75-950A-A999-69B8FB2B8232}"/>
              </a:ext>
            </a:extLst>
          </p:cNvPr>
          <p:cNvSpPr txBox="1"/>
          <p:nvPr/>
        </p:nvSpPr>
        <p:spPr>
          <a:xfrm>
            <a:off x="7979315" y="1687542"/>
            <a:ext cx="1282700" cy="33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+mj-ea"/>
              </a:rPr>
              <a:t>每次实验节数会根据实验室使用情况进行调整，由当次上课老师提前通知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5FE6-1C60-14F0-D8A5-A0186138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49257A0-2A80-3C8A-3891-CBDED41DA62B}"/>
              </a:ext>
            </a:extLst>
          </p:cNvPr>
          <p:cNvSpPr/>
          <p:nvPr/>
        </p:nvSpPr>
        <p:spPr>
          <a:xfrm>
            <a:off x="0" y="88898"/>
            <a:ext cx="10160000" cy="46038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A754AA-3D96-07D4-1089-C31B1C4C9A7B}"/>
              </a:ext>
            </a:extLst>
          </p:cNvPr>
          <p:cNvSpPr/>
          <p:nvPr/>
        </p:nvSpPr>
        <p:spPr>
          <a:xfrm>
            <a:off x="3512944" y="150760"/>
            <a:ext cx="31341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授课教师与实验内容安排</a:t>
            </a:r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687865B-14D1-FF68-F832-452DF700B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450589"/>
              </p:ext>
            </p:extLst>
          </p:nvPr>
        </p:nvGraphicFramePr>
        <p:xfrm>
          <a:off x="1478950" y="611141"/>
          <a:ext cx="7112790" cy="4944660"/>
        </p:xfrm>
        <a:graphic>
          <a:graphicData uri="http://schemas.openxmlformats.org/drawingml/2006/table">
            <a:tbl>
              <a:tblPr/>
              <a:tblGrid>
                <a:gridCol w="1280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406">
                <a:tc rowSpan="4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陈黎丽</a:t>
                      </a: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6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4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web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攻击实验（</a:t>
                      </a:r>
                      <a:r>
                        <a:rPr lang="zh-CN" altLang="en-US" sz="16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分组实验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）</a:t>
                      </a: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8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4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恶意代码与防火墙实验（</a:t>
                      </a:r>
                      <a:r>
                        <a:rPr lang="zh-CN" altLang="en-US" sz="16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分组实验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）</a:t>
                      </a: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62754"/>
                  </a:ext>
                </a:extLst>
              </a:tr>
              <a:tr h="314406">
                <a:tc rowSpan="4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王秋华</a:t>
                      </a:r>
                    </a:p>
                  </a:txBody>
                  <a:tcPr marL="82755" marR="82755" marT="41378" marB="41378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6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2755" marR="82755" marT="41378" marB="41378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969028"/>
                  </a:ext>
                </a:extLst>
              </a:tr>
              <a:tr h="31440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2755" marR="82755" marT="41378" marB="41378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网络攻击原理分析与验证实验</a:t>
                      </a:r>
                    </a:p>
                  </a:txBody>
                  <a:tcPr marL="82755" marR="82755" marT="41378" marB="41378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4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6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4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以太网安全防御实验</a:t>
                      </a: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735">
                <a:tc rowSpan="4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高梦州</a:t>
                      </a: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4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互联网安全技术实验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sym typeface="+mn-ea"/>
                        </a:rPr>
                        <a:t>（</a:t>
                      </a:r>
                      <a:r>
                        <a:rPr lang="zh-CN" altLang="en-US" sz="16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  <a:sym typeface="+mn-ea"/>
                        </a:rPr>
                        <a:t>分组实验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sym typeface="+mn-ea"/>
                        </a:rPr>
                        <a:t>）</a:t>
                      </a: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7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8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4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入侵检测技术实验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sym typeface="+mn-ea"/>
                        </a:rPr>
                        <a:t>（</a:t>
                      </a:r>
                      <a:r>
                        <a:rPr lang="zh-CN" altLang="en-US" sz="16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  <a:sym typeface="+mn-ea"/>
                        </a:rPr>
                        <a:t>分组实验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sym typeface="+mn-ea"/>
                        </a:rPr>
                        <a:t>）</a:t>
                      </a: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406">
                <a:tc rowSpan="3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吕秋云</a:t>
                      </a: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6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4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数据分类分级实验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  <a:sym typeface="+mn-ea"/>
                        </a:rPr>
                        <a:t>（</a:t>
                      </a:r>
                      <a:r>
                        <a:rPr lang="zh-CN" altLang="en-US" sz="1600" b="1" kern="1200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  <a:cs typeface="+mn-cs"/>
                          <a:sym typeface="+mn-ea"/>
                        </a:rPr>
                        <a:t>分组实验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  <a:sym typeface="+mn-ea"/>
                        </a:rPr>
                        <a:t>）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4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密码学算法应用实验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  <a:sym typeface="+mn-ea"/>
                        </a:rPr>
                        <a:t>（</a:t>
                      </a:r>
                      <a:r>
                        <a:rPr lang="zh-CN" altLang="en-US" sz="1600" b="1" kern="1200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  <a:cs typeface="+mn-cs"/>
                          <a:sym typeface="+mn-ea"/>
                        </a:rPr>
                        <a:t>分组实验</a:t>
                      </a:r>
                      <a:r>
                        <a:rPr lang="zh-CN" altLang="en-US" sz="1600" b="1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  <a:sym typeface="+mn-ea"/>
                        </a:rPr>
                        <a:t>）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2755" marR="82755" marT="41378" marB="41378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FCCF7-EDD9-67C3-9EC9-8C883E821715}"/>
              </a:ext>
            </a:extLst>
          </p:cNvPr>
          <p:cNvSpPr txBox="1"/>
          <p:nvPr/>
        </p:nvSpPr>
        <p:spPr>
          <a:xfrm>
            <a:off x="906064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09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211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0" name="淘宝网chenying0907出品 9"/>
          <p:cNvCxnSpPr/>
          <p:nvPr/>
        </p:nvCxnSpPr>
        <p:spPr>
          <a:xfrm>
            <a:off x="-12954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/>
          <p:cNvSpPr txBox="1"/>
          <p:nvPr/>
        </p:nvSpPr>
        <p:spPr>
          <a:xfrm>
            <a:off x="906064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07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  <p:cxnSp>
        <p:nvCxnSpPr>
          <p:cNvPr id="33" name="淘宝网chenying0907出品 32"/>
          <p:cNvCxnSpPr/>
          <p:nvPr/>
        </p:nvCxnSpPr>
        <p:spPr>
          <a:xfrm>
            <a:off x="370387" y="922359"/>
            <a:ext cx="0" cy="3973286"/>
          </a:xfrm>
          <a:prstGeom prst="line">
            <a:avLst/>
          </a:prstGeom>
          <a:ln w="12700">
            <a:solidFill>
              <a:schemeClr val="tx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淘宝网chenying0907出品 51"/>
          <p:cNvGrpSpPr/>
          <p:nvPr/>
        </p:nvGrpSpPr>
        <p:grpSpPr>
          <a:xfrm>
            <a:off x="76896" y="1230884"/>
            <a:ext cx="597191" cy="597191"/>
            <a:chOff x="7237332" y="2549085"/>
            <a:chExt cx="716629" cy="716629"/>
          </a:xfrm>
        </p:grpSpPr>
        <p:sp>
          <p:nvSpPr>
            <p:cNvPr id="34" name="淘宝网chenying0907出品 33"/>
            <p:cNvSpPr/>
            <p:nvPr/>
          </p:nvSpPr>
          <p:spPr>
            <a:xfrm>
              <a:off x="7237332" y="2549085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7" name="淘宝网chenying0907出品 36"/>
            <p:cNvGrpSpPr/>
            <p:nvPr/>
          </p:nvGrpSpPr>
          <p:grpSpPr>
            <a:xfrm>
              <a:off x="7391460" y="2711558"/>
              <a:ext cx="367814" cy="367813"/>
              <a:chOff x="7270750" y="3786188"/>
              <a:chExt cx="825501" cy="825500"/>
            </a:xfrm>
          </p:grpSpPr>
          <p:sp>
            <p:nvSpPr>
              <p:cNvPr id="38" name="Oval 48"/>
              <p:cNvSpPr>
                <a:spLocks noChangeArrowheads="1"/>
              </p:cNvSpPr>
              <p:nvPr/>
            </p:nvSpPr>
            <p:spPr bwMode="auto">
              <a:xfrm>
                <a:off x="7777163" y="3786188"/>
                <a:ext cx="319088" cy="319088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39" name="Oval 49"/>
              <p:cNvSpPr>
                <a:spLocks noChangeArrowheads="1"/>
              </p:cNvSpPr>
              <p:nvPr/>
            </p:nvSpPr>
            <p:spPr bwMode="auto">
              <a:xfrm>
                <a:off x="7270750" y="4198938"/>
                <a:ext cx="266700" cy="265113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7789863" y="4398963"/>
                <a:ext cx="214313" cy="212725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1" name="Line 51"/>
              <p:cNvSpPr>
                <a:spLocks noChangeShapeType="1"/>
              </p:cNvSpPr>
              <p:nvPr/>
            </p:nvSpPr>
            <p:spPr bwMode="auto">
              <a:xfrm flipH="1" flipV="1">
                <a:off x="7524750" y="4384675"/>
                <a:ext cx="265113" cy="1063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2" name="Line 52"/>
              <p:cNvSpPr>
                <a:spLocks noChangeShapeType="1"/>
              </p:cNvSpPr>
              <p:nvPr/>
            </p:nvSpPr>
            <p:spPr bwMode="auto">
              <a:xfrm flipV="1">
                <a:off x="7510463" y="4052888"/>
                <a:ext cx="293688" cy="18573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1" name="淘宝网chenying0907出品 50"/>
          <p:cNvGrpSpPr/>
          <p:nvPr/>
        </p:nvGrpSpPr>
        <p:grpSpPr>
          <a:xfrm>
            <a:off x="76896" y="2569847"/>
            <a:ext cx="597191" cy="597191"/>
            <a:chOff x="7237332" y="3927241"/>
            <a:chExt cx="716629" cy="716629"/>
          </a:xfrm>
        </p:grpSpPr>
        <p:sp>
          <p:nvSpPr>
            <p:cNvPr id="35" name="淘宝网chenying0907出品 34"/>
            <p:cNvSpPr/>
            <p:nvPr/>
          </p:nvSpPr>
          <p:spPr>
            <a:xfrm>
              <a:off x="7237332" y="3927241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淘宝网chenying0907出品 42"/>
            <p:cNvGrpSpPr/>
            <p:nvPr/>
          </p:nvGrpSpPr>
          <p:grpSpPr>
            <a:xfrm>
              <a:off x="7375796" y="4088675"/>
              <a:ext cx="468008" cy="405787"/>
              <a:chOff x="3838575" y="2173288"/>
              <a:chExt cx="823913" cy="714375"/>
            </a:xfrm>
          </p:grpSpPr>
          <p:sp>
            <p:nvSpPr>
              <p:cNvPr id="44" name="Freeform 12"/>
              <p:cNvSpPr/>
              <p:nvPr/>
            </p:nvSpPr>
            <p:spPr bwMode="auto">
              <a:xfrm>
                <a:off x="3838575" y="2173288"/>
                <a:ext cx="823913" cy="714375"/>
              </a:xfrm>
              <a:custGeom>
                <a:avLst/>
                <a:gdLst>
                  <a:gd name="T0" fmla="*/ 18 w 248"/>
                  <a:gd name="T1" fmla="*/ 209 h 215"/>
                  <a:gd name="T2" fmla="*/ 79 w 248"/>
                  <a:gd name="T3" fmla="*/ 186 h 215"/>
                  <a:gd name="T4" fmla="*/ 89 w 248"/>
                  <a:gd name="T5" fmla="*/ 186 h 215"/>
                  <a:gd name="T6" fmla="*/ 159 w 248"/>
                  <a:gd name="T7" fmla="*/ 214 h 215"/>
                  <a:gd name="T8" fmla="*/ 169 w 248"/>
                  <a:gd name="T9" fmla="*/ 214 h 215"/>
                  <a:gd name="T10" fmla="*/ 240 w 248"/>
                  <a:gd name="T11" fmla="*/ 187 h 215"/>
                  <a:gd name="T12" fmla="*/ 248 w 248"/>
                  <a:gd name="T13" fmla="*/ 175 h 215"/>
                  <a:gd name="T14" fmla="*/ 248 w 248"/>
                  <a:gd name="T15" fmla="*/ 19 h 215"/>
                  <a:gd name="T16" fmla="*/ 230 w 248"/>
                  <a:gd name="T17" fmla="*/ 7 h 215"/>
                  <a:gd name="T18" fmla="*/ 169 w 248"/>
                  <a:gd name="T19" fmla="*/ 30 h 215"/>
                  <a:gd name="T20" fmla="*/ 159 w 248"/>
                  <a:gd name="T21" fmla="*/ 30 h 215"/>
                  <a:gd name="T22" fmla="*/ 89 w 248"/>
                  <a:gd name="T23" fmla="*/ 2 h 215"/>
                  <a:gd name="T24" fmla="*/ 79 w 248"/>
                  <a:gd name="T25" fmla="*/ 2 h 215"/>
                  <a:gd name="T26" fmla="*/ 8 w 248"/>
                  <a:gd name="T27" fmla="*/ 29 h 215"/>
                  <a:gd name="T28" fmla="*/ 0 w 248"/>
                  <a:gd name="T29" fmla="*/ 41 h 215"/>
                  <a:gd name="T30" fmla="*/ 0 w 248"/>
                  <a:gd name="T31" fmla="*/ 197 h 215"/>
                  <a:gd name="T32" fmla="*/ 18 w 248"/>
                  <a:gd name="T33" fmla="*/ 209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8" h="215">
                    <a:moveTo>
                      <a:pt x="18" y="209"/>
                    </a:moveTo>
                    <a:cubicBezTo>
                      <a:pt x="79" y="186"/>
                      <a:pt x="79" y="186"/>
                      <a:pt x="79" y="186"/>
                    </a:cubicBezTo>
                    <a:cubicBezTo>
                      <a:pt x="82" y="184"/>
                      <a:pt x="86" y="185"/>
                      <a:pt x="89" y="186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2" y="215"/>
                      <a:pt x="166" y="215"/>
                      <a:pt x="169" y="214"/>
                    </a:cubicBezTo>
                    <a:cubicBezTo>
                      <a:pt x="240" y="187"/>
                      <a:pt x="240" y="187"/>
                      <a:pt x="240" y="187"/>
                    </a:cubicBezTo>
                    <a:cubicBezTo>
                      <a:pt x="245" y="185"/>
                      <a:pt x="248" y="180"/>
                      <a:pt x="248" y="175"/>
                    </a:cubicBezTo>
                    <a:cubicBezTo>
                      <a:pt x="248" y="19"/>
                      <a:pt x="248" y="19"/>
                      <a:pt x="248" y="19"/>
                    </a:cubicBezTo>
                    <a:cubicBezTo>
                      <a:pt x="248" y="10"/>
                      <a:pt x="239" y="3"/>
                      <a:pt x="230" y="7"/>
                    </a:cubicBezTo>
                    <a:cubicBezTo>
                      <a:pt x="169" y="30"/>
                      <a:pt x="169" y="30"/>
                      <a:pt x="169" y="30"/>
                    </a:cubicBezTo>
                    <a:cubicBezTo>
                      <a:pt x="166" y="31"/>
                      <a:pt x="162" y="31"/>
                      <a:pt x="159" y="30"/>
                    </a:cubicBezTo>
                    <a:cubicBezTo>
                      <a:pt x="89" y="2"/>
                      <a:pt x="89" y="2"/>
                      <a:pt x="89" y="2"/>
                    </a:cubicBezTo>
                    <a:cubicBezTo>
                      <a:pt x="86" y="1"/>
                      <a:pt x="82" y="0"/>
                      <a:pt x="79" y="2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3" y="31"/>
                      <a:pt x="0" y="35"/>
                      <a:pt x="0" y="41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206"/>
                      <a:pt x="9" y="212"/>
                      <a:pt x="18" y="209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5" name="Line 13"/>
              <p:cNvSpPr>
                <a:spLocks noChangeShapeType="1"/>
              </p:cNvSpPr>
              <p:nvPr/>
            </p:nvSpPr>
            <p:spPr bwMode="auto">
              <a:xfrm>
                <a:off x="4117975" y="2182813"/>
                <a:ext cx="0" cy="6016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6" name="Line 14"/>
              <p:cNvSpPr>
                <a:spLocks noChangeShapeType="1"/>
              </p:cNvSpPr>
              <p:nvPr/>
            </p:nvSpPr>
            <p:spPr bwMode="auto">
              <a:xfrm>
                <a:off x="4383088" y="2279650"/>
                <a:ext cx="0" cy="59848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0" name="淘宝网chenying0907出品 49"/>
          <p:cNvGrpSpPr/>
          <p:nvPr/>
        </p:nvGrpSpPr>
        <p:grpSpPr>
          <a:xfrm>
            <a:off x="76896" y="3887095"/>
            <a:ext cx="597191" cy="597191"/>
            <a:chOff x="7237332" y="5248859"/>
            <a:chExt cx="716629" cy="716629"/>
          </a:xfrm>
        </p:grpSpPr>
        <p:sp>
          <p:nvSpPr>
            <p:cNvPr id="36" name="淘宝网chenying0907出品 35"/>
            <p:cNvSpPr/>
            <p:nvPr/>
          </p:nvSpPr>
          <p:spPr>
            <a:xfrm>
              <a:off x="7237332" y="5248859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7" name="淘宝网chenying0907出品 46"/>
            <p:cNvGrpSpPr/>
            <p:nvPr/>
          </p:nvGrpSpPr>
          <p:grpSpPr>
            <a:xfrm>
              <a:off x="7362671" y="5371212"/>
              <a:ext cx="481134" cy="482061"/>
              <a:chOff x="7080367" y="3582376"/>
              <a:chExt cx="823913" cy="825500"/>
            </a:xfrm>
          </p:grpSpPr>
          <p:sp>
            <p:nvSpPr>
              <p:cNvPr id="48" name="Freeform 51"/>
              <p:cNvSpPr/>
              <p:nvPr/>
            </p:nvSpPr>
            <p:spPr bwMode="auto">
              <a:xfrm>
                <a:off x="7080367" y="3582376"/>
                <a:ext cx="823913" cy="825500"/>
              </a:xfrm>
              <a:custGeom>
                <a:avLst/>
                <a:gdLst>
                  <a:gd name="T0" fmla="*/ 112 w 248"/>
                  <a:gd name="T1" fmla="*/ 0 h 248"/>
                  <a:gd name="T2" fmla="*/ 100 w 248"/>
                  <a:gd name="T3" fmla="*/ 27 h 248"/>
                  <a:gd name="T4" fmla="*/ 83 w 248"/>
                  <a:gd name="T5" fmla="*/ 42 h 248"/>
                  <a:gd name="T6" fmla="*/ 60 w 248"/>
                  <a:gd name="T7" fmla="*/ 28 h 248"/>
                  <a:gd name="T8" fmla="*/ 28 w 248"/>
                  <a:gd name="T9" fmla="*/ 44 h 248"/>
                  <a:gd name="T10" fmla="*/ 39 w 248"/>
                  <a:gd name="T11" fmla="*/ 71 h 248"/>
                  <a:gd name="T12" fmla="*/ 39 w 248"/>
                  <a:gd name="T13" fmla="*/ 92 h 248"/>
                  <a:gd name="T14" fmla="*/ 12 w 248"/>
                  <a:gd name="T15" fmla="*/ 100 h 248"/>
                  <a:gd name="T16" fmla="*/ 0 w 248"/>
                  <a:gd name="T17" fmla="*/ 136 h 248"/>
                  <a:gd name="T18" fmla="*/ 27 w 248"/>
                  <a:gd name="T19" fmla="*/ 148 h 248"/>
                  <a:gd name="T20" fmla="*/ 42 w 248"/>
                  <a:gd name="T21" fmla="*/ 165 h 248"/>
                  <a:gd name="T22" fmla="*/ 28 w 248"/>
                  <a:gd name="T23" fmla="*/ 188 h 248"/>
                  <a:gd name="T24" fmla="*/ 44 w 248"/>
                  <a:gd name="T25" fmla="*/ 220 h 248"/>
                  <a:gd name="T26" fmla="*/ 71 w 248"/>
                  <a:gd name="T27" fmla="*/ 209 h 248"/>
                  <a:gd name="T28" fmla="*/ 92 w 248"/>
                  <a:gd name="T29" fmla="*/ 209 h 248"/>
                  <a:gd name="T30" fmla="*/ 100 w 248"/>
                  <a:gd name="T31" fmla="*/ 236 h 248"/>
                  <a:gd name="T32" fmla="*/ 124 w 248"/>
                  <a:gd name="T33" fmla="*/ 248 h 248"/>
                  <a:gd name="T34" fmla="*/ 148 w 248"/>
                  <a:gd name="T35" fmla="*/ 236 h 248"/>
                  <a:gd name="T36" fmla="*/ 156 w 248"/>
                  <a:gd name="T37" fmla="*/ 209 h 248"/>
                  <a:gd name="T38" fmla="*/ 177 w 248"/>
                  <a:gd name="T39" fmla="*/ 209 h 248"/>
                  <a:gd name="T40" fmla="*/ 204 w 248"/>
                  <a:gd name="T41" fmla="*/ 220 h 248"/>
                  <a:gd name="T42" fmla="*/ 220 w 248"/>
                  <a:gd name="T43" fmla="*/ 188 h 248"/>
                  <a:gd name="T44" fmla="*/ 206 w 248"/>
                  <a:gd name="T45" fmla="*/ 165 h 248"/>
                  <a:gd name="T46" fmla="*/ 221 w 248"/>
                  <a:gd name="T47" fmla="*/ 148 h 248"/>
                  <a:gd name="T48" fmla="*/ 248 w 248"/>
                  <a:gd name="T49" fmla="*/ 136 h 248"/>
                  <a:gd name="T50" fmla="*/ 236 w 248"/>
                  <a:gd name="T51" fmla="*/ 100 h 248"/>
                  <a:gd name="T52" fmla="*/ 209 w 248"/>
                  <a:gd name="T53" fmla="*/ 92 h 248"/>
                  <a:gd name="T54" fmla="*/ 209 w 248"/>
                  <a:gd name="T55" fmla="*/ 71 h 248"/>
                  <a:gd name="T56" fmla="*/ 220 w 248"/>
                  <a:gd name="T57" fmla="*/ 44 h 248"/>
                  <a:gd name="T58" fmla="*/ 188 w 248"/>
                  <a:gd name="T59" fmla="*/ 28 h 248"/>
                  <a:gd name="T60" fmla="*/ 165 w 248"/>
                  <a:gd name="T61" fmla="*/ 42 h 248"/>
                  <a:gd name="T62" fmla="*/ 148 w 248"/>
                  <a:gd name="T63" fmla="*/ 27 h 248"/>
                  <a:gd name="T64" fmla="*/ 136 w 248"/>
                  <a:gd name="T65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8" h="248">
                    <a:moveTo>
                      <a:pt x="124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5" y="0"/>
                      <a:pt x="100" y="5"/>
                      <a:pt x="100" y="12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33"/>
                      <a:pt x="97" y="37"/>
                      <a:pt x="92" y="39"/>
                    </a:cubicBezTo>
                    <a:cubicBezTo>
                      <a:pt x="83" y="42"/>
                      <a:pt x="83" y="42"/>
                      <a:pt x="83" y="42"/>
                    </a:cubicBezTo>
                    <a:cubicBezTo>
                      <a:pt x="79" y="43"/>
                      <a:pt x="74" y="42"/>
                      <a:pt x="71" y="39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56" y="24"/>
                      <a:pt x="48" y="24"/>
                      <a:pt x="44" y="28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4" y="48"/>
                      <a:pt x="24" y="56"/>
                      <a:pt x="28" y="60"/>
                    </a:cubicBezTo>
                    <a:cubicBezTo>
                      <a:pt x="39" y="71"/>
                      <a:pt x="39" y="71"/>
                      <a:pt x="39" y="71"/>
                    </a:cubicBezTo>
                    <a:cubicBezTo>
                      <a:pt x="42" y="74"/>
                      <a:pt x="43" y="79"/>
                      <a:pt x="42" y="8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7" y="97"/>
                      <a:pt x="33" y="100"/>
                      <a:pt x="27" y="100"/>
                    </a:cubicBezTo>
                    <a:cubicBezTo>
                      <a:pt x="12" y="100"/>
                      <a:pt x="12" y="100"/>
                      <a:pt x="12" y="100"/>
                    </a:cubicBezTo>
                    <a:cubicBezTo>
                      <a:pt x="5" y="100"/>
                      <a:pt x="0" y="105"/>
                      <a:pt x="0" y="112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43"/>
                      <a:pt x="5" y="148"/>
                      <a:pt x="12" y="148"/>
                    </a:cubicBezTo>
                    <a:cubicBezTo>
                      <a:pt x="27" y="148"/>
                      <a:pt x="27" y="148"/>
                      <a:pt x="27" y="148"/>
                    </a:cubicBezTo>
                    <a:cubicBezTo>
                      <a:pt x="33" y="148"/>
                      <a:pt x="37" y="151"/>
                      <a:pt x="39" y="156"/>
                    </a:cubicBezTo>
                    <a:cubicBezTo>
                      <a:pt x="42" y="165"/>
                      <a:pt x="42" y="165"/>
                      <a:pt x="42" y="165"/>
                    </a:cubicBezTo>
                    <a:cubicBezTo>
                      <a:pt x="43" y="169"/>
                      <a:pt x="42" y="174"/>
                      <a:pt x="39" y="177"/>
                    </a:cubicBezTo>
                    <a:cubicBezTo>
                      <a:pt x="28" y="188"/>
                      <a:pt x="28" y="188"/>
                      <a:pt x="28" y="188"/>
                    </a:cubicBezTo>
                    <a:cubicBezTo>
                      <a:pt x="24" y="192"/>
                      <a:pt x="24" y="200"/>
                      <a:pt x="28" y="204"/>
                    </a:cubicBezTo>
                    <a:cubicBezTo>
                      <a:pt x="44" y="220"/>
                      <a:pt x="44" y="220"/>
                      <a:pt x="44" y="220"/>
                    </a:cubicBezTo>
                    <a:cubicBezTo>
                      <a:pt x="48" y="224"/>
                      <a:pt x="56" y="224"/>
                      <a:pt x="60" y="220"/>
                    </a:cubicBezTo>
                    <a:cubicBezTo>
                      <a:pt x="71" y="209"/>
                      <a:pt x="71" y="209"/>
                      <a:pt x="71" y="209"/>
                    </a:cubicBezTo>
                    <a:cubicBezTo>
                      <a:pt x="74" y="206"/>
                      <a:pt x="79" y="205"/>
                      <a:pt x="83" y="206"/>
                    </a:cubicBezTo>
                    <a:cubicBezTo>
                      <a:pt x="92" y="209"/>
                      <a:pt x="92" y="209"/>
                      <a:pt x="92" y="209"/>
                    </a:cubicBezTo>
                    <a:cubicBezTo>
                      <a:pt x="97" y="211"/>
                      <a:pt x="100" y="215"/>
                      <a:pt x="100" y="221"/>
                    </a:cubicBezTo>
                    <a:cubicBezTo>
                      <a:pt x="100" y="236"/>
                      <a:pt x="100" y="236"/>
                      <a:pt x="100" y="236"/>
                    </a:cubicBezTo>
                    <a:cubicBezTo>
                      <a:pt x="100" y="243"/>
                      <a:pt x="105" y="248"/>
                      <a:pt x="112" y="248"/>
                    </a:cubicBezTo>
                    <a:cubicBezTo>
                      <a:pt x="124" y="248"/>
                      <a:pt x="124" y="248"/>
                      <a:pt x="124" y="248"/>
                    </a:cubicBezTo>
                    <a:cubicBezTo>
                      <a:pt x="136" y="248"/>
                      <a:pt x="136" y="248"/>
                      <a:pt x="136" y="248"/>
                    </a:cubicBezTo>
                    <a:cubicBezTo>
                      <a:pt x="143" y="248"/>
                      <a:pt x="148" y="243"/>
                      <a:pt x="148" y="236"/>
                    </a:cubicBezTo>
                    <a:cubicBezTo>
                      <a:pt x="148" y="221"/>
                      <a:pt x="148" y="221"/>
                      <a:pt x="148" y="221"/>
                    </a:cubicBezTo>
                    <a:cubicBezTo>
                      <a:pt x="148" y="215"/>
                      <a:pt x="151" y="211"/>
                      <a:pt x="156" y="209"/>
                    </a:cubicBezTo>
                    <a:cubicBezTo>
                      <a:pt x="165" y="206"/>
                      <a:pt x="165" y="206"/>
                      <a:pt x="165" y="206"/>
                    </a:cubicBezTo>
                    <a:cubicBezTo>
                      <a:pt x="169" y="205"/>
                      <a:pt x="174" y="206"/>
                      <a:pt x="177" y="209"/>
                    </a:cubicBezTo>
                    <a:cubicBezTo>
                      <a:pt x="188" y="220"/>
                      <a:pt x="188" y="220"/>
                      <a:pt x="188" y="220"/>
                    </a:cubicBezTo>
                    <a:cubicBezTo>
                      <a:pt x="192" y="224"/>
                      <a:pt x="200" y="224"/>
                      <a:pt x="204" y="220"/>
                    </a:cubicBezTo>
                    <a:cubicBezTo>
                      <a:pt x="220" y="204"/>
                      <a:pt x="220" y="204"/>
                      <a:pt x="220" y="204"/>
                    </a:cubicBezTo>
                    <a:cubicBezTo>
                      <a:pt x="224" y="200"/>
                      <a:pt x="224" y="192"/>
                      <a:pt x="220" y="188"/>
                    </a:cubicBezTo>
                    <a:cubicBezTo>
                      <a:pt x="209" y="177"/>
                      <a:pt x="209" y="177"/>
                      <a:pt x="209" y="177"/>
                    </a:cubicBezTo>
                    <a:cubicBezTo>
                      <a:pt x="206" y="174"/>
                      <a:pt x="205" y="169"/>
                      <a:pt x="206" y="165"/>
                    </a:cubicBezTo>
                    <a:cubicBezTo>
                      <a:pt x="209" y="156"/>
                      <a:pt x="209" y="156"/>
                      <a:pt x="209" y="156"/>
                    </a:cubicBezTo>
                    <a:cubicBezTo>
                      <a:pt x="211" y="151"/>
                      <a:pt x="215" y="148"/>
                      <a:pt x="221" y="148"/>
                    </a:cubicBezTo>
                    <a:cubicBezTo>
                      <a:pt x="236" y="148"/>
                      <a:pt x="236" y="148"/>
                      <a:pt x="236" y="148"/>
                    </a:cubicBezTo>
                    <a:cubicBezTo>
                      <a:pt x="243" y="148"/>
                      <a:pt x="248" y="143"/>
                      <a:pt x="248" y="136"/>
                    </a:cubicBezTo>
                    <a:cubicBezTo>
                      <a:pt x="248" y="112"/>
                      <a:pt x="248" y="112"/>
                      <a:pt x="248" y="112"/>
                    </a:cubicBezTo>
                    <a:cubicBezTo>
                      <a:pt x="248" y="105"/>
                      <a:pt x="243" y="100"/>
                      <a:pt x="236" y="100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15" y="100"/>
                      <a:pt x="211" y="97"/>
                      <a:pt x="209" y="92"/>
                    </a:cubicBezTo>
                    <a:cubicBezTo>
                      <a:pt x="206" y="83"/>
                      <a:pt x="206" y="83"/>
                      <a:pt x="206" y="83"/>
                    </a:cubicBezTo>
                    <a:cubicBezTo>
                      <a:pt x="205" y="79"/>
                      <a:pt x="206" y="74"/>
                      <a:pt x="209" y="71"/>
                    </a:cubicBezTo>
                    <a:cubicBezTo>
                      <a:pt x="220" y="60"/>
                      <a:pt x="220" y="60"/>
                      <a:pt x="220" y="60"/>
                    </a:cubicBezTo>
                    <a:cubicBezTo>
                      <a:pt x="224" y="56"/>
                      <a:pt x="224" y="48"/>
                      <a:pt x="220" y="44"/>
                    </a:cubicBezTo>
                    <a:cubicBezTo>
                      <a:pt x="204" y="28"/>
                      <a:pt x="204" y="28"/>
                      <a:pt x="204" y="28"/>
                    </a:cubicBezTo>
                    <a:cubicBezTo>
                      <a:pt x="200" y="24"/>
                      <a:pt x="192" y="24"/>
                      <a:pt x="188" y="28"/>
                    </a:cubicBezTo>
                    <a:cubicBezTo>
                      <a:pt x="177" y="39"/>
                      <a:pt x="177" y="39"/>
                      <a:pt x="177" y="39"/>
                    </a:cubicBezTo>
                    <a:cubicBezTo>
                      <a:pt x="174" y="42"/>
                      <a:pt x="169" y="43"/>
                      <a:pt x="165" y="42"/>
                    </a:cubicBezTo>
                    <a:cubicBezTo>
                      <a:pt x="156" y="39"/>
                      <a:pt x="156" y="39"/>
                      <a:pt x="156" y="39"/>
                    </a:cubicBezTo>
                    <a:cubicBezTo>
                      <a:pt x="151" y="37"/>
                      <a:pt x="148" y="33"/>
                      <a:pt x="148" y="27"/>
                    </a:cubicBezTo>
                    <a:cubicBezTo>
                      <a:pt x="148" y="12"/>
                      <a:pt x="148" y="12"/>
                      <a:pt x="148" y="12"/>
                    </a:cubicBezTo>
                    <a:cubicBezTo>
                      <a:pt x="148" y="5"/>
                      <a:pt x="143" y="0"/>
                      <a:pt x="136" y="0"/>
                    </a:cubicBezTo>
                    <a:lnTo>
                      <a:pt x="124" y="0"/>
                    </a:ln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9" name="Freeform 52"/>
              <p:cNvSpPr/>
              <p:nvPr/>
            </p:nvSpPr>
            <p:spPr bwMode="auto">
              <a:xfrm>
                <a:off x="7402629" y="3904639"/>
                <a:ext cx="179388" cy="179388"/>
              </a:xfrm>
              <a:custGeom>
                <a:avLst/>
                <a:gdLst>
                  <a:gd name="T0" fmla="*/ 50 w 54"/>
                  <a:gd name="T1" fmla="*/ 32 h 54"/>
                  <a:gd name="T2" fmla="*/ 22 w 54"/>
                  <a:gd name="T3" fmla="*/ 4 h 54"/>
                  <a:gd name="T4" fmla="*/ 4 w 54"/>
                  <a:gd name="T5" fmla="*/ 22 h 54"/>
                  <a:gd name="T6" fmla="*/ 32 w 54"/>
                  <a:gd name="T7" fmla="*/ 50 h 54"/>
                  <a:gd name="T8" fmla="*/ 50 w 54"/>
                  <a:gd name="T9" fmla="*/ 3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50" y="32"/>
                    </a:moveTo>
                    <a:cubicBezTo>
                      <a:pt x="54" y="15"/>
                      <a:pt x="39" y="0"/>
                      <a:pt x="22" y="4"/>
                    </a:cubicBezTo>
                    <a:cubicBezTo>
                      <a:pt x="13" y="6"/>
                      <a:pt x="6" y="13"/>
                      <a:pt x="4" y="22"/>
                    </a:cubicBezTo>
                    <a:cubicBezTo>
                      <a:pt x="0" y="39"/>
                      <a:pt x="15" y="54"/>
                      <a:pt x="32" y="50"/>
                    </a:cubicBezTo>
                    <a:cubicBezTo>
                      <a:pt x="41" y="48"/>
                      <a:pt x="48" y="41"/>
                      <a:pt x="50" y="32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4316095" y="317500"/>
            <a:ext cx="16922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课程描述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4548" y="800735"/>
            <a:ext cx="93388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Topic主题演讲（</a:t>
            </a:r>
            <a:r>
              <a:rPr lang="en-US" altLang="zh-CN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15</a:t>
            </a:r>
            <a:r>
              <a:rPr lang="zh-CN" altLang="en-US" sz="16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）：</a:t>
            </a:r>
            <a:r>
              <a:rPr lang="en-US" altLang="zh-CN" sz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3人一组</a:t>
            </a:r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，报名完成时间为第一次课堂结束时</a:t>
            </a:r>
            <a:r>
              <a:rPr lang="zh-CN" altLang="en-US" sz="1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，（钉钉群在线文档）。</a:t>
            </a:r>
            <a:endParaRPr lang="zh-CN" altLang="en-US" sz="1200" b="1" dirty="0"/>
          </a:p>
        </p:txBody>
      </p:sp>
      <p:sp>
        <p:nvSpPr>
          <p:cNvPr id="29" name="矩形 28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446301" y="279972"/>
            <a:ext cx="29321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待选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Topic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主题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394322"/>
              </p:ext>
            </p:extLst>
          </p:nvPr>
        </p:nvGraphicFramePr>
        <p:xfrm>
          <a:off x="1058786" y="1225713"/>
          <a:ext cx="6826424" cy="3840226"/>
        </p:xfrm>
        <a:graphic>
          <a:graphicData uri="http://schemas.openxmlformats.org/drawingml/2006/table">
            <a:tbl>
              <a:tblPr/>
              <a:tblGrid>
                <a:gridCol w="682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2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76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授课老师</a:t>
                      </a:r>
                    </a:p>
                  </a:txBody>
                  <a:tcPr marL="63086" marR="63086" marT="31543" marB="315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05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Topic</a:t>
                      </a:r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名称</a:t>
                      </a:r>
                    </a:p>
                  </a:txBody>
                  <a:tcPr marL="63086" marR="63086" marT="31543" marB="315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5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分组人数</a:t>
                      </a:r>
                    </a:p>
                  </a:txBody>
                  <a:tcPr marL="63086" marR="63086" marT="31543" marB="315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50">
                <a:tc rowSpan="3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陈黎丽</a:t>
                      </a:r>
                    </a:p>
                  </a:txBody>
                  <a:tcPr marL="63086" marR="63086" marT="31543" marB="315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基于生成式</a:t>
                      </a:r>
                      <a:r>
                        <a:rPr lang="e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AI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驱动的</a:t>
                      </a:r>
                      <a:r>
                        <a:rPr lang="e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web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攻击 或 </a:t>
                      </a:r>
                      <a:r>
                        <a:rPr lang="e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AI 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驱动的自动化攻击（以数据库为攻击目标）二选一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1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zh-CN" altLang="en-US" sz="11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横向攻击的防御技术</a:t>
                      </a: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1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zh-CN" altLang="en-US" sz="11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深度检测 </a:t>
                      </a:r>
                      <a:r>
                        <a:rPr lang="en-US" altLang="zh-CN" sz="11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 </a:t>
                      </a:r>
                      <a:r>
                        <a:rPr lang="en" sz="11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AI </a:t>
                      </a:r>
                      <a:r>
                        <a:rPr lang="zh-CN" altLang="en-US" sz="11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赋能：新型防火墙技术</a:t>
                      </a:r>
                    </a:p>
                  </a:txBody>
                  <a:tcPr marL="28575" marR="28575" marT="19050" marB="190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107">
                <a:tc rowSpan="4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王秋华</a:t>
                      </a:r>
                    </a:p>
                  </a:txBody>
                  <a:tcPr marL="63086" marR="63086" marT="31543" marB="315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APT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攻击及趋势研判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1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基于零信任的局域网安全防御机制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1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网络监控软件分析 或 网络空间测绘技术（二选一）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1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网页防篡改技术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107">
                <a:tc row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吕秋云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可信数据空间的数据和安全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10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密钥（密码）的安全管理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3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隐私计算平台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隐语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10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人工智能时代的网络协议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124">
                <a:tc rowSpan="4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高梦州</a:t>
                      </a:r>
                    </a:p>
                  </a:txBody>
                  <a:tcPr marL="63086" marR="63086" marT="31543" marB="315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新一代安全路由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1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智能入侵检测技术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1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入侵检测的攻防博弈与动态防御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57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VPN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安全挑战与下一代远程访问方案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altLang="zh-CN" sz="1000" b="1" dirty="0">
                          <a:solidFill>
                            <a:srgbClr val="E74025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3086" marR="63086" marT="31543" marB="3154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0" name="淘宝网chenying0907出品 9"/>
          <p:cNvCxnSpPr/>
          <p:nvPr/>
        </p:nvCxnSpPr>
        <p:spPr>
          <a:xfrm>
            <a:off x="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/>
          <p:cNvSpPr txBox="1"/>
          <p:nvPr/>
        </p:nvSpPr>
        <p:spPr>
          <a:xfrm>
            <a:off x="919018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10</a:t>
            </a:r>
            <a:endParaRPr lang="zh-CN" altLang="en-US" sz="1335" dirty="0">
              <a:solidFill>
                <a:srgbClr val="737373"/>
              </a:solidFill>
            </a:endParaRPr>
          </a:p>
        </p:txBody>
      </p:sp>
      <p:cxnSp>
        <p:nvCxnSpPr>
          <p:cNvPr id="33" name="淘宝网chenying0907出品 32"/>
          <p:cNvCxnSpPr/>
          <p:nvPr/>
        </p:nvCxnSpPr>
        <p:spPr>
          <a:xfrm>
            <a:off x="1319077" y="922359"/>
            <a:ext cx="0" cy="3973286"/>
          </a:xfrm>
          <a:prstGeom prst="line">
            <a:avLst/>
          </a:prstGeom>
          <a:ln w="12700">
            <a:solidFill>
              <a:schemeClr val="tx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淘宝网chenying0907出品 51"/>
          <p:cNvGrpSpPr/>
          <p:nvPr/>
        </p:nvGrpSpPr>
        <p:grpSpPr>
          <a:xfrm>
            <a:off x="1025586" y="1637284"/>
            <a:ext cx="597191" cy="597191"/>
            <a:chOff x="7237332" y="2549085"/>
            <a:chExt cx="716629" cy="716629"/>
          </a:xfrm>
        </p:grpSpPr>
        <p:sp>
          <p:nvSpPr>
            <p:cNvPr id="34" name="淘宝网chenying0907出品 33"/>
            <p:cNvSpPr/>
            <p:nvPr/>
          </p:nvSpPr>
          <p:spPr>
            <a:xfrm>
              <a:off x="7237332" y="2549085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37" name="淘宝网chenying0907出品 36"/>
            <p:cNvGrpSpPr/>
            <p:nvPr/>
          </p:nvGrpSpPr>
          <p:grpSpPr>
            <a:xfrm>
              <a:off x="7391460" y="2711558"/>
              <a:ext cx="367814" cy="367813"/>
              <a:chOff x="7270750" y="3786188"/>
              <a:chExt cx="825501" cy="825500"/>
            </a:xfrm>
          </p:grpSpPr>
          <p:sp>
            <p:nvSpPr>
              <p:cNvPr id="38" name="Oval 48"/>
              <p:cNvSpPr>
                <a:spLocks noChangeArrowheads="1"/>
              </p:cNvSpPr>
              <p:nvPr/>
            </p:nvSpPr>
            <p:spPr bwMode="auto">
              <a:xfrm>
                <a:off x="7777163" y="3786188"/>
                <a:ext cx="319088" cy="319088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39" name="Oval 49"/>
              <p:cNvSpPr>
                <a:spLocks noChangeArrowheads="1"/>
              </p:cNvSpPr>
              <p:nvPr/>
            </p:nvSpPr>
            <p:spPr bwMode="auto">
              <a:xfrm>
                <a:off x="7270750" y="4198938"/>
                <a:ext cx="266700" cy="265113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7789863" y="4398963"/>
                <a:ext cx="214313" cy="212725"/>
              </a:xfrm>
              <a:prstGeom prst="ellips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1" name="Line 51"/>
              <p:cNvSpPr>
                <a:spLocks noChangeShapeType="1"/>
              </p:cNvSpPr>
              <p:nvPr/>
            </p:nvSpPr>
            <p:spPr bwMode="auto">
              <a:xfrm flipH="1" flipV="1">
                <a:off x="7524750" y="4384675"/>
                <a:ext cx="265113" cy="1063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2" name="Line 52"/>
              <p:cNvSpPr>
                <a:spLocks noChangeShapeType="1"/>
              </p:cNvSpPr>
              <p:nvPr/>
            </p:nvSpPr>
            <p:spPr bwMode="auto">
              <a:xfrm flipV="1">
                <a:off x="7510463" y="4052888"/>
                <a:ext cx="293688" cy="18573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1" name="淘宝网chenying0907出品 50"/>
          <p:cNvGrpSpPr/>
          <p:nvPr/>
        </p:nvGrpSpPr>
        <p:grpSpPr>
          <a:xfrm>
            <a:off x="1025586" y="2785747"/>
            <a:ext cx="597191" cy="597191"/>
            <a:chOff x="7237332" y="3927241"/>
            <a:chExt cx="716629" cy="716629"/>
          </a:xfrm>
        </p:grpSpPr>
        <p:sp>
          <p:nvSpPr>
            <p:cNvPr id="35" name="淘宝网chenying0907出品 34"/>
            <p:cNvSpPr/>
            <p:nvPr/>
          </p:nvSpPr>
          <p:spPr>
            <a:xfrm>
              <a:off x="7237332" y="3927241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淘宝网chenying0907出品 42"/>
            <p:cNvGrpSpPr/>
            <p:nvPr/>
          </p:nvGrpSpPr>
          <p:grpSpPr>
            <a:xfrm>
              <a:off x="7375796" y="4088675"/>
              <a:ext cx="468008" cy="405787"/>
              <a:chOff x="3838575" y="2173288"/>
              <a:chExt cx="823913" cy="714375"/>
            </a:xfrm>
          </p:grpSpPr>
          <p:sp>
            <p:nvSpPr>
              <p:cNvPr id="44" name="Freeform 12"/>
              <p:cNvSpPr/>
              <p:nvPr/>
            </p:nvSpPr>
            <p:spPr bwMode="auto">
              <a:xfrm>
                <a:off x="3838575" y="2173288"/>
                <a:ext cx="823913" cy="714375"/>
              </a:xfrm>
              <a:custGeom>
                <a:avLst/>
                <a:gdLst>
                  <a:gd name="T0" fmla="*/ 18 w 248"/>
                  <a:gd name="T1" fmla="*/ 209 h 215"/>
                  <a:gd name="T2" fmla="*/ 79 w 248"/>
                  <a:gd name="T3" fmla="*/ 186 h 215"/>
                  <a:gd name="T4" fmla="*/ 89 w 248"/>
                  <a:gd name="T5" fmla="*/ 186 h 215"/>
                  <a:gd name="T6" fmla="*/ 159 w 248"/>
                  <a:gd name="T7" fmla="*/ 214 h 215"/>
                  <a:gd name="T8" fmla="*/ 169 w 248"/>
                  <a:gd name="T9" fmla="*/ 214 h 215"/>
                  <a:gd name="T10" fmla="*/ 240 w 248"/>
                  <a:gd name="T11" fmla="*/ 187 h 215"/>
                  <a:gd name="T12" fmla="*/ 248 w 248"/>
                  <a:gd name="T13" fmla="*/ 175 h 215"/>
                  <a:gd name="T14" fmla="*/ 248 w 248"/>
                  <a:gd name="T15" fmla="*/ 19 h 215"/>
                  <a:gd name="T16" fmla="*/ 230 w 248"/>
                  <a:gd name="T17" fmla="*/ 7 h 215"/>
                  <a:gd name="T18" fmla="*/ 169 w 248"/>
                  <a:gd name="T19" fmla="*/ 30 h 215"/>
                  <a:gd name="T20" fmla="*/ 159 w 248"/>
                  <a:gd name="T21" fmla="*/ 30 h 215"/>
                  <a:gd name="T22" fmla="*/ 89 w 248"/>
                  <a:gd name="T23" fmla="*/ 2 h 215"/>
                  <a:gd name="T24" fmla="*/ 79 w 248"/>
                  <a:gd name="T25" fmla="*/ 2 h 215"/>
                  <a:gd name="T26" fmla="*/ 8 w 248"/>
                  <a:gd name="T27" fmla="*/ 29 h 215"/>
                  <a:gd name="T28" fmla="*/ 0 w 248"/>
                  <a:gd name="T29" fmla="*/ 41 h 215"/>
                  <a:gd name="T30" fmla="*/ 0 w 248"/>
                  <a:gd name="T31" fmla="*/ 197 h 215"/>
                  <a:gd name="T32" fmla="*/ 18 w 248"/>
                  <a:gd name="T33" fmla="*/ 209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8" h="215">
                    <a:moveTo>
                      <a:pt x="18" y="209"/>
                    </a:moveTo>
                    <a:cubicBezTo>
                      <a:pt x="79" y="186"/>
                      <a:pt x="79" y="186"/>
                      <a:pt x="79" y="186"/>
                    </a:cubicBezTo>
                    <a:cubicBezTo>
                      <a:pt x="82" y="184"/>
                      <a:pt x="86" y="185"/>
                      <a:pt x="89" y="186"/>
                    </a:cubicBezTo>
                    <a:cubicBezTo>
                      <a:pt x="159" y="214"/>
                      <a:pt x="159" y="214"/>
                      <a:pt x="159" y="214"/>
                    </a:cubicBezTo>
                    <a:cubicBezTo>
                      <a:pt x="162" y="215"/>
                      <a:pt x="166" y="215"/>
                      <a:pt x="169" y="214"/>
                    </a:cubicBezTo>
                    <a:cubicBezTo>
                      <a:pt x="240" y="187"/>
                      <a:pt x="240" y="187"/>
                      <a:pt x="240" y="187"/>
                    </a:cubicBezTo>
                    <a:cubicBezTo>
                      <a:pt x="245" y="185"/>
                      <a:pt x="248" y="180"/>
                      <a:pt x="248" y="175"/>
                    </a:cubicBezTo>
                    <a:cubicBezTo>
                      <a:pt x="248" y="19"/>
                      <a:pt x="248" y="19"/>
                      <a:pt x="248" y="19"/>
                    </a:cubicBezTo>
                    <a:cubicBezTo>
                      <a:pt x="248" y="10"/>
                      <a:pt x="239" y="3"/>
                      <a:pt x="230" y="7"/>
                    </a:cubicBezTo>
                    <a:cubicBezTo>
                      <a:pt x="169" y="30"/>
                      <a:pt x="169" y="30"/>
                      <a:pt x="169" y="30"/>
                    </a:cubicBezTo>
                    <a:cubicBezTo>
                      <a:pt x="166" y="31"/>
                      <a:pt x="162" y="31"/>
                      <a:pt x="159" y="30"/>
                    </a:cubicBezTo>
                    <a:cubicBezTo>
                      <a:pt x="89" y="2"/>
                      <a:pt x="89" y="2"/>
                      <a:pt x="89" y="2"/>
                    </a:cubicBezTo>
                    <a:cubicBezTo>
                      <a:pt x="86" y="1"/>
                      <a:pt x="82" y="0"/>
                      <a:pt x="79" y="2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3" y="31"/>
                      <a:pt x="0" y="35"/>
                      <a:pt x="0" y="41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206"/>
                      <a:pt x="9" y="212"/>
                      <a:pt x="18" y="209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5" name="Line 13"/>
              <p:cNvSpPr>
                <a:spLocks noChangeShapeType="1"/>
              </p:cNvSpPr>
              <p:nvPr/>
            </p:nvSpPr>
            <p:spPr bwMode="auto">
              <a:xfrm>
                <a:off x="4117975" y="2182813"/>
                <a:ext cx="0" cy="601663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6" name="Line 14"/>
              <p:cNvSpPr>
                <a:spLocks noChangeShapeType="1"/>
              </p:cNvSpPr>
              <p:nvPr/>
            </p:nvSpPr>
            <p:spPr bwMode="auto">
              <a:xfrm>
                <a:off x="4383088" y="2279650"/>
                <a:ext cx="0" cy="598488"/>
              </a:xfrm>
              <a:prstGeom prst="line">
                <a:avLst/>
              </a:pr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grpSp>
        <p:nvGrpSpPr>
          <p:cNvPr id="50" name="淘宝网chenying0907出品 49"/>
          <p:cNvGrpSpPr/>
          <p:nvPr/>
        </p:nvGrpSpPr>
        <p:grpSpPr>
          <a:xfrm>
            <a:off x="1025586" y="3887095"/>
            <a:ext cx="597191" cy="597191"/>
            <a:chOff x="7237332" y="5248859"/>
            <a:chExt cx="716629" cy="716629"/>
          </a:xfrm>
        </p:grpSpPr>
        <p:sp>
          <p:nvSpPr>
            <p:cNvPr id="36" name="淘宝网chenying0907出品 35"/>
            <p:cNvSpPr/>
            <p:nvPr/>
          </p:nvSpPr>
          <p:spPr>
            <a:xfrm>
              <a:off x="7237332" y="5248859"/>
              <a:ext cx="716629" cy="71662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1000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47" name="淘宝网chenying0907出品 46"/>
            <p:cNvGrpSpPr/>
            <p:nvPr/>
          </p:nvGrpSpPr>
          <p:grpSpPr>
            <a:xfrm>
              <a:off x="7362671" y="5371212"/>
              <a:ext cx="481134" cy="482061"/>
              <a:chOff x="7080367" y="3582376"/>
              <a:chExt cx="823913" cy="825500"/>
            </a:xfrm>
          </p:grpSpPr>
          <p:sp>
            <p:nvSpPr>
              <p:cNvPr id="48" name="Freeform 51"/>
              <p:cNvSpPr/>
              <p:nvPr/>
            </p:nvSpPr>
            <p:spPr bwMode="auto">
              <a:xfrm>
                <a:off x="7080367" y="3582376"/>
                <a:ext cx="823913" cy="825500"/>
              </a:xfrm>
              <a:custGeom>
                <a:avLst/>
                <a:gdLst>
                  <a:gd name="T0" fmla="*/ 112 w 248"/>
                  <a:gd name="T1" fmla="*/ 0 h 248"/>
                  <a:gd name="T2" fmla="*/ 100 w 248"/>
                  <a:gd name="T3" fmla="*/ 27 h 248"/>
                  <a:gd name="T4" fmla="*/ 83 w 248"/>
                  <a:gd name="T5" fmla="*/ 42 h 248"/>
                  <a:gd name="T6" fmla="*/ 60 w 248"/>
                  <a:gd name="T7" fmla="*/ 28 h 248"/>
                  <a:gd name="T8" fmla="*/ 28 w 248"/>
                  <a:gd name="T9" fmla="*/ 44 h 248"/>
                  <a:gd name="T10" fmla="*/ 39 w 248"/>
                  <a:gd name="T11" fmla="*/ 71 h 248"/>
                  <a:gd name="T12" fmla="*/ 39 w 248"/>
                  <a:gd name="T13" fmla="*/ 92 h 248"/>
                  <a:gd name="T14" fmla="*/ 12 w 248"/>
                  <a:gd name="T15" fmla="*/ 100 h 248"/>
                  <a:gd name="T16" fmla="*/ 0 w 248"/>
                  <a:gd name="T17" fmla="*/ 136 h 248"/>
                  <a:gd name="T18" fmla="*/ 27 w 248"/>
                  <a:gd name="T19" fmla="*/ 148 h 248"/>
                  <a:gd name="T20" fmla="*/ 42 w 248"/>
                  <a:gd name="T21" fmla="*/ 165 h 248"/>
                  <a:gd name="T22" fmla="*/ 28 w 248"/>
                  <a:gd name="T23" fmla="*/ 188 h 248"/>
                  <a:gd name="T24" fmla="*/ 44 w 248"/>
                  <a:gd name="T25" fmla="*/ 220 h 248"/>
                  <a:gd name="T26" fmla="*/ 71 w 248"/>
                  <a:gd name="T27" fmla="*/ 209 h 248"/>
                  <a:gd name="T28" fmla="*/ 92 w 248"/>
                  <a:gd name="T29" fmla="*/ 209 h 248"/>
                  <a:gd name="T30" fmla="*/ 100 w 248"/>
                  <a:gd name="T31" fmla="*/ 236 h 248"/>
                  <a:gd name="T32" fmla="*/ 124 w 248"/>
                  <a:gd name="T33" fmla="*/ 248 h 248"/>
                  <a:gd name="T34" fmla="*/ 148 w 248"/>
                  <a:gd name="T35" fmla="*/ 236 h 248"/>
                  <a:gd name="T36" fmla="*/ 156 w 248"/>
                  <a:gd name="T37" fmla="*/ 209 h 248"/>
                  <a:gd name="T38" fmla="*/ 177 w 248"/>
                  <a:gd name="T39" fmla="*/ 209 h 248"/>
                  <a:gd name="T40" fmla="*/ 204 w 248"/>
                  <a:gd name="T41" fmla="*/ 220 h 248"/>
                  <a:gd name="T42" fmla="*/ 220 w 248"/>
                  <a:gd name="T43" fmla="*/ 188 h 248"/>
                  <a:gd name="T44" fmla="*/ 206 w 248"/>
                  <a:gd name="T45" fmla="*/ 165 h 248"/>
                  <a:gd name="T46" fmla="*/ 221 w 248"/>
                  <a:gd name="T47" fmla="*/ 148 h 248"/>
                  <a:gd name="T48" fmla="*/ 248 w 248"/>
                  <a:gd name="T49" fmla="*/ 136 h 248"/>
                  <a:gd name="T50" fmla="*/ 236 w 248"/>
                  <a:gd name="T51" fmla="*/ 100 h 248"/>
                  <a:gd name="T52" fmla="*/ 209 w 248"/>
                  <a:gd name="T53" fmla="*/ 92 h 248"/>
                  <a:gd name="T54" fmla="*/ 209 w 248"/>
                  <a:gd name="T55" fmla="*/ 71 h 248"/>
                  <a:gd name="T56" fmla="*/ 220 w 248"/>
                  <a:gd name="T57" fmla="*/ 44 h 248"/>
                  <a:gd name="T58" fmla="*/ 188 w 248"/>
                  <a:gd name="T59" fmla="*/ 28 h 248"/>
                  <a:gd name="T60" fmla="*/ 165 w 248"/>
                  <a:gd name="T61" fmla="*/ 42 h 248"/>
                  <a:gd name="T62" fmla="*/ 148 w 248"/>
                  <a:gd name="T63" fmla="*/ 27 h 248"/>
                  <a:gd name="T64" fmla="*/ 136 w 248"/>
                  <a:gd name="T65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8" h="248">
                    <a:moveTo>
                      <a:pt x="124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05" y="0"/>
                      <a:pt x="100" y="5"/>
                      <a:pt x="100" y="12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33"/>
                      <a:pt x="97" y="37"/>
                      <a:pt x="92" y="39"/>
                    </a:cubicBezTo>
                    <a:cubicBezTo>
                      <a:pt x="83" y="42"/>
                      <a:pt x="83" y="42"/>
                      <a:pt x="83" y="42"/>
                    </a:cubicBezTo>
                    <a:cubicBezTo>
                      <a:pt x="79" y="43"/>
                      <a:pt x="74" y="42"/>
                      <a:pt x="71" y="39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56" y="24"/>
                      <a:pt x="48" y="24"/>
                      <a:pt x="44" y="28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4" y="48"/>
                      <a:pt x="24" y="56"/>
                      <a:pt x="28" y="60"/>
                    </a:cubicBezTo>
                    <a:cubicBezTo>
                      <a:pt x="39" y="71"/>
                      <a:pt x="39" y="71"/>
                      <a:pt x="39" y="71"/>
                    </a:cubicBezTo>
                    <a:cubicBezTo>
                      <a:pt x="42" y="74"/>
                      <a:pt x="43" y="79"/>
                      <a:pt x="42" y="8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7" y="97"/>
                      <a:pt x="33" y="100"/>
                      <a:pt x="27" y="100"/>
                    </a:cubicBezTo>
                    <a:cubicBezTo>
                      <a:pt x="12" y="100"/>
                      <a:pt x="12" y="100"/>
                      <a:pt x="12" y="100"/>
                    </a:cubicBezTo>
                    <a:cubicBezTo>
                      <a:pt x="5" y="100"/>
                      <a:pt x="0" y="105"/>
                      <a:pt x="0" y="112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0" y="143"/>
                      <a:pt x="5" y="148"/>
                      <a:pt x="12" y="148"/>
                    </a:cubicBezTo>
                    <a:cubicBezTo>
                      <a:pt x="27" y="148"/>
                      <a:pt x="27" y="148"/>
                      <a:pt x="27" y="148"/>
                    </a:cubicBezTo>
                    <a:cubicBezTo>
                      <a:pt x="33" y="148"/>
                      <a:pt x="37" y="151"/>
                      <a:pt x="39" y="156"/>
                    </a:cubicBezTo>
                    <a:cubicBezTo>
                      <a:pt x="42" y="165"/>
                      <a:pt x="42" y="165"/>
                      <a:pt x="42" y="165"/>
                    </a:cubicBezTo>
                    <a:cubicBezTo>
                      <a:pt x="43" y="169"/>
                      <a:pt x="42" y="174"/>
                      <a:pt x="39" y="177"/>
                    </a:cubicBezTo>
                    <a:cubicBezTo>
                      <a:pt x="28" y="188"/>
                      <a:pt x="28" y="188"/>
                      <a:pt x="28" y="188"/>
                    </a:cubicBezTo>
                    <a:cubicBezTo>
                      <a:pt x="24" y="192"/>
                      <a:pt x="24" y="200"/>
                      <a:pt x="28" y="204"/>
                    </a:cubicBezTo>
                    <a:cubicBezTo>
                      <a:pt x="44" y="220"/>
                      <a:pt x="44" y="220"/>
                      <a:pt x="44" y="220"/>
                    </a:cubicBezTo>
                    <a:cubicBezTo>
                      <a:pt x="48" y="224"/>
                      <a:pt x="56" y="224"/>
                      <a:pt x="60" y="220"/>
                    </a:cubicBezTo>
                    <a:cubicBezTo>
                      <a:pt x="71" y="209"/>
                      <a:pt x="71" y="209"/>
                      <a:pt x="71" y="209"/>
                    </a:cubicBezTo>
                    <a:cubicBezTo>
                      <a:pt x="74" y="206"/>
                      <a:pt x="79" y="205"/>
                      <a:pt x="83" y="206"/>
                    </a:cubicBezTo>
                    <a:cubicBezTo>
                      <a:pt x="92" y="209"/>
                      <a:pt x="92" y="209"/>
                      <a:pt x="92" y="209"/>
                    </a:cubicBezTo>
                    <a:cubicBezTo>
                      <a:pt x="97" y="211"/>
                      <a:pt x="100" y="215"/>
                      <a:pt x="100" y="221"/>
                    </a:cubicBezTo>
                    <a:cubicBezTo>
                      <a:pt x="100" y="236"/>
                      <a:pt x="100" y="236"/>
                      <a:pt x="100" y="236"/>
                    </a:cubicBezTo>
                    <a:cubicBezTo>
                      <a:pt x="100" y="243"/>
                      <a:pt x="105" y="248"/>
                      <a:pt x="112" y="248"/>
                    </a:cubicBezTo>
                    <a:cubicBezTo>
                      <a:pt x="124" y="248"/>
                      <a:pt x="124" y="248"/>
                      <a:pt x="124" y="248"/>
                    </a:cubicBezTo>
                    <a:cubicBezTo>
                      <a:pt x="136" y="248"/>
                      <a:pt x="136" y="248"/>
                      <a:pt x="136" y="248"/>
                    </a:cubicBezTo>
                    <a:cubicBezTo>
                      <a:pt x="143" y="248"/>
                      <a:pt x="148" y="243"/>
                      <a:pt x="148" y="236"/>
                    </a:cubicBezTo>
                    <a:cubicBezTo>
                      <a:pt x="148" y="221"/>
                      <a:pt x="148" y="221"/>
                      <a:pt x="148" y="221"/>
                    </a:cubicBezTo>
                    <a:cubicBezTo>
                      <a:pt x="148" y="215"/>
                      <a:pt x="151" y="211"/>
                      <a:pt x="156" y="209"/>
                    </a:cubicBezTo>
                    <a:cubicBezTo>
                      <a:pt x="165" y="206"/>
                      <a:pt x="165" y="206"/>
                      <a:pt x="165" y="206"/>
                    </a:cubicBezTo>
                    <a:cubicBezTo>
                      <a:pt x="169" y="205"/>
                      <a:pt x="174" y="206"/>
                      <a:pt x="177" y="209"/>
                    </a:cubicBezTo>
                    <a:cubicBezTo>
                      <a:pt x="188" y="220"/>
                      <a:pt x="188" y="220"/>
                      <a:pt x="188" y="220"/>
                    </a:cubicBezTo>
                    <a:cubicBezTo>
                      <a:pt x="192" y="224"/>
                      <a:pt x="200" y="224"/>
                      <a:pt x="204" y="220"/>
                    </a:cubicBezTo>
                    <a:cubicBezTo>
                      <a:pt x="220" y="204"/>
                      <a:pt x="220" y="204"/>
                      <a:pt x="220" y="204"/>
                    </a:cubicBezTo>
                    <a:cubicBezTo>
                      <a:pt x="224" y="200"/>
                      <a:pt x="224" y="192"/>
                      <a:pt x="220" y="188"/>
                    </a:cubicBezTo>
                    <a:cubicBezTo>
                      <a:pt x="209" y="177"/>
                      <a:pt x="209" y="177"/>
                      <a:pt x="209" y="177"/>
                    </a:cubicBezTo>
                    <a:cubicBezTo>
                      <a:pt x="206" y="174"/>
                      <a:pt x="205" y="169"/>
                      <a:pt x="206" y="165"/>
                    </a:cubicBezTo>
                    <a:cubicBezTo>
                      <a:pt x="209" y="156"/>
                      <a:pt x="209" y="156"/>
                      <a:pt x="209" y="156"/>
                    </a:cubicBezTo>
                    <a:cubicBezTo>
                      <a:pt x="211" y="151"/>
                      <a:pt x="215" y="148"/>
                      <a:pt x="221" y="148"/>
                    </a:cubicBezTo>
                    <a:cubicBezTo>
                      <a:pt x="236" y="148"/>
                      <a:pt x="236" y="148"/>
                      <a:pt x="236" y="148"/>
                    </a:cubicBezTo>
                    <a:cubicBezTo>
                      <a:pt x="243" y="148"/>
                      <a:pt x="248" y="143"/>
                      <a:pt x="248" y="136"/>
                    </a:cubicBezTo>
                    <a:cubicBezTo>
                      <a:pt x="248" y="112"/>
                      <a:pt x="248" y="112"/>
                      <a:pt x="248" y="112"/>
                    </a:cubicBezTo>
                    <a:cubicBezTo>
                      <a:pt x="248" y="105"/>
                      <a:pt x="243" y="100"/>
                      <a:pt x="236" y="100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15" y="100"/>
                      <a:pt x="211" y="97"/>
                      <a:pt x="209" y="92"/>
                    </a:cubicBezTo>
                    <a:cubicBezTo>
                      <a:pt x="206" y="83"/>
                      <a:pt x="206" y="83"/>
                      <a:pt x="206" y="83"/>
                    </a:cubicBezTo>
                    <a:cubicBezTo>
                      <a:pt x="205" y="79"/>
                      <a:pt x="206" y="74"/>
                      <a:pt x="209" y="71"/>
                    </a:cubicBezTo>
                    <a:cubicBezTo>
                      <a:pt x="220" y="60"/>
                      <a:pt x="220" y="60"/>
                      <a:pt x="220" y="60"/>
                    </a:cubicBezTo>
                    <a:cubicBezTo>
                      <a:pt x="224" y="56"/>
                      <a:pt x="224" y="48"/>
                      <a:pt x="220" y="44"/>
                    </a:cubicBezTo>
                    <a:cubicBezTo>
                      <a:pt x="204" y="28"/>
                      <a:pt x="204" y="28"/>
                      <a:pt x="204" y="28"/>
                    </a:cubicBezTo>
                    <a:cubicBezTo>
                      <a:pt x="200" y="24"/>
                      <a:pt x="192" y="24"/>
                      <a:pt x="188" y="28"/>
                    </a:cubicBezTo>
                    <a:cubicBezTo>
                      <a:pt x="177" y="39"/>
                      <a:pt x="177" y="39"/>
                      <a:pt x="177" y="39"/>
                    </a:cubicBezTo>
                    <a:cubicBezTo>
                      <a:pt x="174" y="42"/>
                      <a:pt x="169" y="43"/>
                      <a:pt x="165" y="42"/>
                    </a:cubicBezTo>
                    <a:cubicBezTo>
                      <a:pt x="156" y="39"/>
                      <a:pt x="156" y="39"/>
                      <a:pt x="156" y="39"/>
                    </a:cubicBezTo>
                    <a:cubicBezTo>
                      <a:pt x="151" y="37"/>
                      <a:pt x="148" y="33"/>
                      <a:pt x="148" y="27"/>
                    </a:cubicBezTo>
                    <a:cubicBezTo>
                      <a:pt x="148" y="12"/>
                      <a:pt x="148" y="12"/>
                      <a:pt x="148" y="12"/>
                    </a:cubicBezTo>
                    <a:cubicBezTo>
                      <a:pt x="148" y="5"/>
                      <a:pt x="143" y="0"/>
                      <a:pt x="136" y="0"/>
                    </a:cubicBezTo>
                    <a:lnTo>
                      <a:pt x="124" y="0"/>
                    </a:ln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  <p:sp>
            <p:nvSpPr>
              <p:cNvPr id="49" name="Freeform 52"/>
              <p:cNvSpPr/>
              <p:nvPr/>
            </p:nvSpPr>
            <p:spPr bwMode="auto">
              <a:xfrm>
                <a:off x="7402629" y="3904639"/>
                <a:ext cx="179388" cy="179388"/>
              </a:xfrm>
              <a:custGeom>
                <a:avLst/>
                <a:gdLst>
                  <a:gd name="T0" fmla="*/ 50 w 54"/>
                  <a:gd name="T1" fmla="*/ 32 h 54"/>
                  <a:gd name="T2" fmla="*/ 22 w 54"/>
                  <a:gd name="T3" fmla="*/ 4 h 54"/>
                  <a:gd name="T4" fmla="*/ 4 w 54"/>
                  <a:gd name="T5" fmla="*/ 22 h 54"/>
                  <a:gd name="T6" fmla="*/ 32 w 54"/>
                  <a:gd name="T7" fmla="*/ 50 h 54"/>
                  <a:gd name="T8" fmla="*/ 50 w 54"/>
                  <a:gd name="T9" fmla="*/ 3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54">
                    <a:moveTo>
                      <a:pt x="50" y="32"/>
                    </a:moveTo>
                    <a:cubicBezTo>
                      <a:pt x="54" y="15"/>
                      <a:pt x="39" y="0"/>
                      <a:pt x="22" y="4"/>
                    </a:cubicBezTo>
                    <a:cubicBezTo>
                      <a:pt x="13" y="6"/>
                      <a:pt x="6" y="13"/>
                      <a:pt x="4" y="22"/>
                    </a:cubicBezTo>
                    <a:cubicBezTo>
                      <a:pt x="0" y="39"/>
                      <a:pt x="15" y="54"/>
                      <a:pt x="32" y="50"/>
                    </a:cubicBezTo>
                    <a:cubicBezTo>
                      <a:pt x="41" y="48"/>
                      <a:pt x="48" y="41"/>
                      <a:pt x="50" y="32"/>
                    </a:cubicBezTo>
                    <a:close/>
                  </a:path>
                </a:pathLst>
              </a:custGeom>
              <a:noFill/>
              <a:ln w="26988" cap="rnd">
                <a:solidFill>
                  <a:schemeClr val="bg1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76200" tIns="38100" rIns="76200" bIns="38100" numCol="1" anchor="t" anchorCtr="0" compatLnSpc="1"/>
              <a:lstStyle/>
              <a:p>
                <a:pPr defTabSz="381000"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232323"/>
                  </a:solidFill>
                  <a:latin typeface="Calibri Light" panose="020F0302020204030204"/>
                  <a:ea typeface="微软雅黑 Light" panose="020B0502040204020203" charset="-122"/>
                </a:endParaRPr>
              </a:p>
            </p:txBody>
          </p:sp>
        </p:grpSp>
      </p:grpSp>
      <p:cxnSp>
        <p:nvCxnSpPr>
          <p:cNvPr id="3" name="淘宝网chenying0907出品 2"/>
          <p:cNvCxnSpPr/>
          <p:nvPr/>
        </p:nvCxnSpPr>
        <p:spPr>
          <a:xfrm>
            <a:off x="1744980" y="2606675"/>
            <a:ext cx="4810760" cy="127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淘宝网chenying0907出品 59"/>
          <p:cNvCxnSpPr/>
          <p:nvPr/>
        </p:nvCxnSpPr>
        <p:spPr>
          <a:xfrm>
            <a:off x="1767840" y="3690620"/>
            <a:ext cx="4762500" cy="762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824697" y="280667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课程目标</a:t>
            </a:r>
          </a:p>
        </p:txBody>
      </p:sp>
      <p:sp>
        <p:nvSpPr>
          <p:cNvPr id="4" name="矩形 3"/>
          <p:cNvSpPr/>
          <p:nvPr/>
        </p:nvSpPr>
        <p:spPr>
          <a:xfrm>
            <a:off x="1744963" y="1722930"/>
            <a:ext cx="3582809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系统学习网络安全</a:t>
            </a:r>
          </a:p>
        </p:txBody>
      </p:sp>
      <p:sp>
        <p:nvSpPr>
          <p:cNvPr id="5" name="矩形 4"/>
          <p:cNvSpPr/>
          <p:nvPr/>
        </p:nvSpPr>
        <p:spPr>
          <a:xfrm>
            <a:off x="1768012" y="2927986"/>
            <a:ext cx="3809224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从事网安行业</a:t>
            </a:r>
          </a:p>
        </p:txBody>
      </p:sp>
      <p:sp>
        <p:nvSpPr>
          <p:cNvPr id="6" name="矩形 5"/>
          <p:cNvSpPr/>
          <p:nvPr/>
        </p:nvSpPr>
        <p:spPr>
          <a:xfrm>
            <a:off x="1800860" y="4009390"/>
            <a:ext cx="488569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技术、产品、方案、项目案例、厂商、行业、生态、法律法规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等保、职业规划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5026660" y="1520825"/>
            <a:ext cx="5133340" cy="186182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0" marR="0" lvl="0" indent="0" algn="l" defTabSz="914400" rtl="0" fontAlgn="base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让每位学生都学有所获！                                      </a:t>
            </a:r>
          </a:p>
          <a:p>
            <a:pPr marL="0" marR="0" lvl="0" indent="0" algn="l" defTabSz="914400" rtl="0" fontAlgn="base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让课程内容与时俱进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/>
          <p:cNvSpPr txBox="1"/>
          <p:nvPr/>
        </p:nvSpPr>
        <p:spPr>
          <a:xfrm>
            <a:off x="919018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35" dirty="0">
                <a:solidFill>
                  <a:srgbClr val="737373"/>
                </a:solidFill>
              </a:rPr>
              <a:t>11</a:t>
            </a:r>
            <a:endParaRPr lang="en-US" sz="1335" dirty="0">
              <a:solidFill>
                <a:srgbClr val="737373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55" name="淘宝网chenying0907出品 9"/>
          <p:cNvCxnSpPr/>
          <p:nvPr/>
        </p:nvCxnSpPr>
        <p:spPr>
          <a:xfrm>
            <a:off x="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839937" y="243728"/>
            <a:ext cx="20116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课程学习要求</a:t>
            </a:r>
            <a:endParaRPr 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19530" y="777875"/>
            <a:ext cx="7520940" cy="4615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8625" algn="l" eaLnBrk="1" latinLnBrk="0" hangingPunct="1">
              <a:lnSpc>
                <a:spcPct val="150000"/>
              </a:lnSpc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积极主动</a:t>
            </a:r>
            <a:r>
              <a:rPr lang="zh-CN" altLang="en-US" sz="28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学习</a:t>
            </a:r>
            <a:endParaRPr lang="zh-CN" altLang="en-US" sz="2800" b="1" kern="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algn="l" eaLnBrk="1" latinLnBrk="0" hangingPunct="1">
              <a:lnSpc>
                <a:spcPct val="150000"/>
              </a:lnSpc>
              <a:buClrTx/>
              <a:buSzTx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时刻关注</a:t>
            </a:r>
            <a:r>
              <a:rPr lang="zh-CN" altLang="en-US" sz="28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网络安全最新动态</a:t>
            </a:r>
            <a:endParaRPr lang="zh-CN" altLang="en-US" sz="2800" b="1" kern="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algn="l" eaLnBrk="1" latinLnBrk="0" hangingPunct="1">
              <a:lnSpc>
                <a:spcPct val="150000"/>
              </a:lnSpc>
              <a:buClrTx/>
              <a:buSzTx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分享精神</a:t>
            </a:r>
            <a:endParaRPr lang="zh-CN" altLang="en-US" sz="2800" b="1" kern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algn="l" eaLnBrk="1" latinLnBrk="0" hangingPunct="1">
              <a:lnSpc>
                <a:spcPct val="150000"/>
              </a:lnSpc>
              <a:buClrTx/>
              <a:buSzTx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参与精神</a:t>
            </a:r>
            <a:endParaRPr lang="zh-CN" altLang="en-US" sz="2800" b="1" kern="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28625" algn="l" eaLnBrk="1" latinLnBrk="0" hangingPunct="1">
              <a:lnSpc>
                <a:spcPct val="150000"/>
              </a:lnSpc>
              <a:buClrTx/>
              <a:buSzTx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自学能力</a:t>
            </a:r>
            <a:r>
              <a:rPr lang="zh-CN" altLang="en-US" sz="28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（多利用网络和各种资源）</a:t>
            </a:r>
          </a:p>
          <a:p>
            <a:pPr marL="428625" algn="l" eaLnBrk="1" latinLnBrk="0" hangingPunct="1">
              <a:lnSpc>
                <a:spcPct val="150000"/>
              </a:lnSpc>
              <a:buClrTx/>
              <a:buSzTx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汇报表达能力</a:t>
            </a:r>
          </a:p>
          <a:p>
            <a:pPr marL="428625" algn="l" eaLnBrk="1" latinLnBrk="0" hangingPunct="1">
              <a:lnSpc>
                <a:spcPct val="150000"/>
              </a:lnSpc>
              <a:buClrTx/>
              <a:buSzTx/>
            </a:pPr>
            <a:r>
              <a:rPr lang="zh-CN" altLang="en-US" sz="28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分析总结能力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/>
          <p:cNvSpPr txBox="1"/>
          <p:nvPr/>
        </p:nvSpPr>
        <p:spPr>
          <a:xfrm>
            <a:off x="919018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335" dirty="0">
                <a:solidFill>
                  <a:srgbClr val="737373"/>
                </a:solidFill>
              </a:rPr>
              <a:t>12</a:t>
            </a:r>
          </a:p>
        </p:txBody>
      </p:sp>
      <p:sp>
        <p:nvSpPr>
          <p:cNvPr id="54" name="矩形 53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55" name="淘宝网chenying0907出品 9"/>
          <p:cNvCxnSpPr/>
          <p:nvPr/>
        </p:nvCxnSpPr>
        <p:spPr>
          <a:xfrm>
            <a:off x="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2803525" y="280670"/>
            <a:ext cx="41148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课程学习要求</a:t>
            </a:r>
            <a:endParaRPr 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6080" y="994410"/>
            <a:ext cx="9388475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8625" algn="l" eaLnBrk="1" latinLnBrk="0" hangingPunct="1">
              <a:lnSpc>
                <a:spcPct val="150000"/>
              </a:lnSpc>
            </a:pPr>
            <a:r>
              <a:rPr lang="zh-CN" altLang="en-US" sz="24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学会利用网络资源：</a:t>
            </a:r>
          </a:p>
          <a:p>
            <a:pPr marL="428625">
              <a:lnSpc>
                <a:spcPct val="150000"/>
              </a:lnSpc>
            </a:pP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学校的学术资源数据库（知网、万方、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IEEE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EI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Springer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 https://tsg.hdu.edu.cn/</a:t>
            </a:r>
          </a:p>
          <a:p>
            <a:pPr marL="428625" algn="l" eaLnBrk="1" latinLnBrk="0" hangingPunct="1">
              <a:lnSpc>
                <a:spcPct val="150000"/>
              </a:lnSpc>
            </a:pP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安全资讯网站</a:t>
            </a:r>
          </a:p>
          <a:p>
            <a:pPr marL="428625" algn="l" eaLnBrk="1" latinLnBrk="0" hangingPunct="1">
              <a:lnSpc>
                <a:spcPct val="150000"/>
              </a:lnSpc>
            </a:pP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安全公众号</a:t>
            </a:r>
          </a:p>
          <a:p>
            <a:pPr marL="428625" algn="l" eaLnBrk="1" latinLnBrk="0" hangingPunct="1">
              <a:lnSpc>
                <a:spcPct val="150000"/>
              </a:lnSpc>
            </a:pP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各安全公司网站，安全实验室网站、国家安全部门网站，等等</a:t>
            </a:r>
          </a:p>
          <a:p>
            <a:pPr marL="428625" algn="l" eaLnBrk="1" latinLnBrk="0" hangingPunct="1">
              <a:lnSpc>
                <a:spcPct val="150000"/>
              </a:lnSpc>
              <a:buClrTx/>
              <a:buSzTx/>
            </a:pPr>
            <a:r>
              <a:rPr lang="zh-CN" altLang="en-US" sz="24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学会总结梳理：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学会一些辅助工具，如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Xmind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visio</a:t>
            </a:r>
            <a:r>
              <a:rPr lang="zh-CN" altLang="en-US" sz="2000" b="1" kern="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、NoteExpress 等</a:t>
            </a:r>
          </a:p>
          <a:p>
            <a:pPr marL="428625" algn="l" eaLnBrk="1" latinLnBrk="0" hangingPunct="1">
              <a:lnSpc>
                <a:spcPct val="150000"/>
              </a:lnSpc>
              <a:buClrTx/>
              <a:buSzTx/>
            </a:pPr>
            <a:endParaRPr lang="zh-CN" altLang="en-US" sz="2000" b="1" kern="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53945" y="4963795"/>
            <a:ext cx="4069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+mj-ea"/>
                <a:ea typeface="+mj-ea"/>
                <a:sym typeface="+mn-ea"/>
              </a:rPr>
              <a:t>多想、多思考、会自己查资料，会总结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/>
          <p:cNvSpPr txBox="1"/>
          <p:nvPr/>
        </p:nvSpPr>
        <p:spPr>
          <a:xfrm>
            <a:off x="919018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335" dirty="0">
                <a:solidFill>
                  <a:srgbClr val="737373"/>
                </a:solidFill>
              </a:rPr>
              <a:t>13</a:t>
            </a:r>
          </a:p>
        </p:txBody>
      </p:sp>
      <p:sp>
        <p:nvSpPr>
          <p:cNvPr id="54" name="矩形 53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55" name="淘宝网chenying0907出品 9"/>
          <p:cNvCxnSpPr/>
          <p:nvPr/>
        </p:nvCxnSpPr>
        <p:spPr>
          <a:xfrm>
            <a:off x="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2803525" y="280670"/>
            <a:ext cx="41148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课程学习要求</a:t>
            </a:r>
            <a:endParaRPr 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805840"/>
            <a:ext cx="3181924" cy="455089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20" y="814824"/>
            <a:ext cx="3234029" cy="45419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/>
          <p:cNvSpPr txBox="1"/>
          <p:nvPr/>
        </p:nvSpPr>
        <p:spPr>
          <a:xfrm>
            <a:off x="9190184" y="5432401"/>
            <a:ext cx="402743" cy="2455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335" dirty="0">
                <a:solidFill>
                  <a:srgbClr val="737373"/>
                </a:solidFill>
              </a:rPr>
              <a:t>14</a:t>
            </a:r>
          </a:p>
        </p:txBody>
      </p:sp>
      <p:sp>
        <p:nvSpPr>
          <p:cNvPr id="54" name="矩形 53"/>
          <p:cNvSpPr/>
          <p:nvPr/>
        </p:nvSpPr>
        <p:spPr>
          <a:xfrm>
            <a:off x="0" y="243728"/>
            <a:ext cx="10160000" cy="5341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55" name="淘宝网chenying0907出品 9"/>
          <p:cNvCxnSpPr/>
          <p:nvPr/>
        </p:nvCxnSpPr>
        <p:spPr>
          <a:xfrm>
            <a:off x="0" y="5407446"/>
            <a:ext cx="10160000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2803525" y="280670"/>
            <a:ext cx="41148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加入组织</a:t>
            </a:r>
            <a:endParaRPr 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75547" y="3841118"/>
            <a:ext cx="5570756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sym typeface="+mn-ea"/>
              </a:rPr>
              <a:t>有问题及时反馈，加强沟通交流！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048349-3683-92FE-684D-7FC110CE57BE}"/>
              </a:ext>
            </a:extLst>
          </p:cNvPr>
          <p:cNvSpPr txBox="1"/>
          <p:nvPr/>
        </p:nvSpPr>
        <p:spPr>
          <a:xfrm>
            <a:off x="3486813" y="2047890"/>
            <a:ext cx="5097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sym typeface="+mn-ea"/>
              </a:rPr>
              <a:t>加入课程钉钉群！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78931;67332;108091;78993;78562;35772;"/>
  <p:tag name="ISLIDE.VECTOR" val="262096;215568;215563;192414;"/>
  <p:tag name="ISLIDE.THEME" val="https://www.islide.cc;"/>
</p:tagLst>
</file>

<file path=ppt/theme/theme1.xml><?xml version="1.0" encoding="utf-8"?>
<a:theme xmlns:a="http://schemas.openxmlformats.org/drawingml/2006/main" name="8_主题1">
  <a:themeElements>
    <a:clrScheme name="8_主题1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8_主题1">
      <a:majorFont>
        <a:latin typeface="FrutigerNext LT Medium"/>
        <a:ea typeface="黑体"/>
        <a:cs typeface=""/>
      </a:majorFont>
      <a:minorFont>
        <a:latin typeface="FrutigerNext LT Regular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lnDef>
  </a:objectDefaults>
  <a:extraClrSchemeLst>
    <a:extraClrScheme>
      <a:clrScheme name="8_主题1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主题1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9_主题1">
  <a:themeElements>
    <a:clrScheme name="9_主题1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9_主题1">
      <a:majorFont>
        <a:latin typeface="FrutigerNext LT Medium"/>
        <a:ea typeface="黑体"/>
        <a:cs typeface=""/>
      </a:majorFont>
      <a:minorFont>
        <a:latin typeface="FrutigerNext LT Regular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lnDef>
  </a:objectDefaults>
  <a:extraClrSchemeLst>
    <a:extraClrScheme>
      <a:clrScheme name="9_主题1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主题1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FFCC99"/>
      </a:accent1>
      <a:accent2>
        <a:srgbClr val="FFCC66"/>
      </a:accent2>
      <a:accent3>
        <a:srgbClr val="FFFFFF"/>
      </a:accent3>
      <a:accent4>
        <a:srgbClr val="000000"/>
      </a:accent4>
      <a:accent5>
        <a:srgbClr val="FFE2CA"/>
      </a:accent5>
      <a:accent6>
        <a:srgbClr val="E7B95C"/>
      </a:accent6>
      <a:hlink>
        <a:srgbClr val="FF9900"/>
      </a:hlink>
      <a:folHlink>
        <a:srgbClr val="9966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0_主题1">
  <a:themeElements>
    <a:clrScheme name="10_主题1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10_主题1">
      <a:majorFont>
        <a:latin typeface="FrutigerNext LT Medium"/>
        <a:ea typeface="华文细黑"/>
        <a:cs typeface=""/>
      </a:majorFont>
      <a:minorFont>
        <a:latin typeface="FrutigerNext LT Medium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lnDef>
  </a:objectDefaults>
  <a:extraClrSchemeLst>
    <a:extraClrScheme>
      <a:clrScheme name="10_主题1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主题1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主题1">
  <a:themeElements>
    <a:clrScheme name="11_主题1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11_主题1">
      <a:majorFont>
        <a:latin typeface="FrutigerNext LT Medium"/>
        <a:ea typeface="黑体"/>
        <a:cs typeface=""/>
      </a:majorFont>
      <a:minorFont>
        <a:latin typeface="FrutigerNext LT Regular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lnDef>
  </a:objectDefaults>
  <a:extraClrSchemeLst>
    <a:extraClrScheme>
      <a:clrScheme name="11_主题1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主题1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2_主题1">
  <a:themeElements>
    <a:clrScheme name="12_主题1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12_主题1">
      <a:majorFont>
        <a:latin typeface="FrutigerNext LT Medium"/>
        <a:ea typeface="黑体"/>
        <a:cs typeface=""/>
      </a:majorFont>
      <a:minorFont>
        <a:latin typeface="FrutigerNext LT Regular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lnDef>
  </a:objectDefaults>
  <a:extraClrSchemeLst>
    <a:extraClrScheme>
      <a:clrScheme name="12_主题1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主题1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3_主题1">
  <a:themeElements>
    <a:clrScheme name="13_主题1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13_主题1">
      <a:majorFont>
        <a:latin typeface="FrutigerNext LT Medium"/>
        <a:ea typeface="黑体"/>
        <a:cs typeface=""/>
      </a:majorFont>
      <a:minorFont>
        <a:latin typeface="FrutigerNext LT Regular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lnDef>
  </a:objectDefaults>
  <a:extraClrSchemeLst>
    <a:extraClrScheme>
      <a:clrScheme name="13_主题1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主题1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4_主题1">
  <a:themeElements>
    <a:clrScheme name="14_主题1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14_主题1">
      <a:majorFont>
        <a:latin typeface="FrutigerNext LT Medium"/>
        <a:ea typeface="黑体"/>
        <a:cs typeface=""/>
      </a:majorFont>
      <a:minorFont>
        <a:latin typeface="FrutigerNext LT Regular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lnDef>
  </a:objectDefaults>
  <a:extraClrSchemeLst>
    <a:extraClrScheme>
      <a:clrScheme name="14_主题1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主题1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5_主题1">
  <a:themeElements>
    <a:clrScheme name="15_主题1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15_主题1">
      <a:majorFont>
        <a:latin typeface="FrutigerNext LT Medium"/>
        <a:ea typeface="黑体"/>
        <a:cs typeface=""/>
      </a:majorFont>
      <a:minorFont>
        <a:latin typeface="FrutigerNext LT Regular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itchFamily="2" charset="-122"/>
          </a:defRPr>
        </a:defPPr>
      </a:lstStyle>
    </a:lnDef>
  </a:objectDefaults>
  <a:extraClrSchemeLst>
    <a:extraClrScheme>
      <a:clrScheme name="15_主题1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主题1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66BC2"/>
      </a:accent1>
      <a:accent2>
        <a:srgbClr val="07DCFF"/>
      </a:accent2>
      <a:accent3>
        <a:srgbClr val="0074D8"/>
      </a:accent3>
      <a:accent4>
        <a:srgbClr val="C00A78"/>
      </a:accent4>
      <a:accent5>
        <a:srgbClr val="FFD600"/>
      </a:accent5>
      <a:accent6>
        <a:srgbClr val="022C55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蓝色">
      <a:dk1>
        <a:srgbClr val="232323"/>
      </a:dk1>
      <a:lt1>
        <a:sysClr val="window" lastClr="FFFFFF"/>
      </a:lt1>
      <a:dk2>
        <a:srgbClr val="737373"/>
      </a:dk2>
      <a:lt2>
        <a:srgbClr val="E7E6E6"/>
      </a:lt2>
      <a:accent1>
        <a:srgbClr val="32A5DD"/>
      </a:accent1>
      <a:accent2>
        <a:srgbClr val="1579AD"/>
      </a:accent2>
      <a:accent3>
        <a:srgbClr val="C00000"/>
      </a:accent3>
      <a:accent4>
        <a:srgbClr val="FFC000"/>
      </a:accent4>
      <a:accent5>
        <a:srgbClr val="00B050"/>
      </a:accent5>
      <a:accent6>
        <a:srgbClr val="92D050"/>
      </a:accent6>
      <a:hlink>
        <a:srgbClr val="7030A0"/>
      </a:hlink>
      <a:folHlink>
        <a:srgbClr val="002060"/>
      </a:folHlink>
    </a:clrScheme>
    <a:fontScheme name="常用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66BC2"/>
    </a:accent1>
    <a:accent2>
      <a:srgbClr val="07DCFF"/>
    </a:accent2>
    <a:accent3>
      <a:srgbClr val="0074D8"/>
    </a:accent3>
    <a:accent4>
      <a:srgbClr val="C00A78"/>
    </a:accent4>
    <a:accent5>
      <a:srgbClr val="FFD600"/>
    </a:accent5>
    <a:accent6>
      <a:srgbClr val="022C55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1960</Words>
  <Application>Microsoft Macintosh PowerPoint</Application>
  <PresentationFormat>自定义</PresentationFormat>
  <Paragraphs>225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华文行楷</vt:lpstr>
      <vt:lpstr>Microsoft YaHei</vt:lpstr>
      <vt:lpstr>Microsoft YaHei</vt:lpstr>
      <vt:lpstr>FrutigerNext LT Bold</vt:lpstr>
      <vt:lpstr>FrutigerNext LT Medium</vt:lpstr>
      <vt:lpstr>FrutigerNext LT Regular</vt:lpstr>
      <vt:lpstr>Arial</vt:lpstr>
      <vt:lpstr>Calibri</vt:lpstr>
      <vt:lpstr>Calibri Light</vt:lpstr>
      <vt:lpstr>Wingdings</vt:lpstr>
      <vt:lpstr>8_主题1</vt:lpstr>
      <vt:lpstr>9_主题1</vt:lpstr>
      <vt:lpstr>1_自定义设计方案</vt:lpstr>
      <vt:lpstr>10_主题1</vt:lpstr>
      <vt:lpstr>11_主题1</vt:lpstr>
      <vt:lpstr>12_主题1</vt:lpstr>
      <vt:lpstr>13_主题1</vt:lpstr>
      <vt:lpstr>14_主题1</vt:lpstr>
      <vt:lpstr>15_主题1</vt:lpstr>
      <vt:lpstr>主题5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威努特</dc:creator>
  <cp:keywords>威努特技术有限公司</cp:keywords>
  <cp:lastModifiedBy>katherinechan608@gmail.com</cp:lastModifiedBy>
  <cp:revision>6</cp:revision>
  <cp:lastPrinted>2024-09-03T09:59:56Z</cp:lastPrinted>
  <dcterms:created xsi:type="dcterms:W3CDTF">2024-09-03T09:59:56Z</dcterms:created>
  <dcterms:modified xsi:type="dcterms:W3CDTF">2025-09-15T04:02:55Z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s_pID_725343">
    <vt:lpwstr>(4)+zLj4OzMIB+dAx012YMR5m1m16q13xtLgrzp3MkSWKQ/PD3UO0jSIwfQJyz4VGdWE3zxttC/_x000d_
RCvr/rg+fjBN5I2VW7hMQlod17E9GqImPybIQJ+c4mxm9NN/LrCzsPL0XDzxDMYOjGJuoWz8_x000d_
6PgttPZOEiMngIeTbD/Z/g+gosbD1yJtaDLx+yT0ZusawPiXo/9i1dMB8V+ugHRSc6Kb0yp6_x000d_
xQqgIvx/zUr5LiVo3X</vt:lpwstr>
  </property>
  <property fmtid="{D5CDD505-2E9C-101B-9397-08002B2CF9AE}" pid="3" name="_ms_pID_7253431">
    <vt:lpwstr>nJ47VsxT57yOiICMXSGgQQ9uDro8v2pGQ6NOdD9yR5DVPJG9lXgoWr_x000d_
zDH13RaR4haud8iM5IffBAKHmOjm2o8SsLSi3CjXNbx4ncgzmd5/90gDh0ZnqSimhLsp/CRY_x000d_
GFozx9meq/uVwHWsWpIGjRPfzJSyzijSNeaTuY+ddHp2X59dfbqdsEdR+XaVxU34siiKNt4C_x000d_
YR+VWEWdTrLAYvV60I8PR7P8NwNMzYSFYGGc</vt:lpwstr>
  </property>
  <property fmtid="{D5CDD505-2E9C-101B-9397-08002B2CF9AE}" pid="4" name="_ms_pID_7253432">
    <vt:lpwstr>uI4QI55U7bTszfI/f6WEZhFAz2DeCkYBCBLg_x000d_
poY7l0p6JfLnrv14RH1YNk1A3amOurBy2yS1K5Tl3EXGRSNRoT6GzSrHzqVtLwIyryfc14dC_x000d_
u7HQ06CaSZ9ssHxpoCML1VyH5hwwkMB3wC3bTUQg8y3+T3CAitWJ1h5JPav9JQEFX0vDUgve_x000d_
gz9cRshzJe7myZHIIM8Nve0/GfSsoX6fTz8bv8uZZtyralBMQuQrA5</vt:lpwstr>
  </property>
  <property fmtid="{D5CDD505-2E9C-101B-9397-08002B2CF9AE}" pid="5" name="_ms_pID_7253433">
    <vt:lpwstr>/T2CckJrUa3qAfpgzn_x000d_
j68QPwT0XNCQrwGTcUGZYTkVeHn/SRa4L7zpIp4wofacct4sRviShjuZu/V+dMPyC9aS8N6M_x000d_
77YVq5Kd7SGoic+aIhGaBPrjXRrET4Xodp13GjfT</vt:lpwstr>
  </property>
  <property fmtid="{D5CDD505-2E9C-101B-9397-08002B2CF9AE}" pid="6" name="sflag">
    <vt:lpwstr>1345081540</vt:lpwstr>
  </property>
  <property fmtid="{D5CDD505-2E9C-101B-9397-08002B2CF9AE}" pid="7" name="KSOProductBuildVer">
    <vt:lpwstr>2052-0.0.0.0</vt:lpwstr>
  </property>
  <property fmtid="{D5CDD505-2E9C-101B-9397-08002B2CF9AE}" pid="8" name="ICV">
    <vt:lpwstr>D61F9BA8BD23456ABC00873B4A6B0A2B</vt:lpwstr>
  </property>
</Properties>
</file>